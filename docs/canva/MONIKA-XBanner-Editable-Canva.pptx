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5486400" cy="14630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2" d="100"/>
          <a:sy n="22" d="100"/>
        </p:scale>
        <p:origin x="244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6D11-BD95-872B-3816-DD0C8384BB0A}"/>
              </a:ext>
            </a:extLst>
          </p:cNvPr>
          <p:cNvSpPr>
            <a:spLocks noGrp="1"/>
          </p:cNvSpPr>
          <p:nvPr>
            <p:ph type="ctrTitle"/>
          </p:nvPr>
        </p:nvSpPr>
        <p:spPr>
          <a:xfrm>
            <a:off x="685800" y="2394374"/>
            <a:ext cx="4114800" cy="5093547"/>
          </a:xfrm>
        </p:spPr>
        <p:txBody>
          <a:bodyPr anchor="b"/>
          <a:lstStyle>
            <a:lvl1pPr algn="ctr">
              <a:defRPr sz="2700"/>
            </a:lvl1pPr>
          </a:lstStyle>
          <a:p>
            <a:r>
              <a:rPr lang="en-US"/>
              <a:t>Click to edit Master title style</a:t>
            </a:r>
            <a:endParaRPr lang="en-ID"/>
          </a:p>
        </p:txBody>
      </p:sp>
      <p:sp>
        <p:nvSpPr>
          <p:cNvPr id="3" name="Subtitle 2">
            <a:extLst>
              <a:ext uri="{FF2B5EF4-FFF2-40B4-BE49-F238E27FC236}">
                <a16:creationId xmlns:a16="http://schemas.microsoft.com/office/drawing/2014/main" id="{FD7788CD-8D31-CC9E-7785-3F04B98726B5}"/>
              </a:ext>
            </a:extLst>
          </p:cNvPr>
          <p:cNvSpPr>
            <a:spLocks noGrp="1"/>
          </p:cNvSpPr>
          <p:nvPr>
            <p:ph type="subTitle" idx="1"/>
          </p:nvPr>
        </p:nvSpPr>
        <p:spPr>
          <a:xfrm>
            <a:off x="685800" y="7684348"/>
            <a:ext cx="4114800" cy="3532292"/>
          </a:xfrm>
        </p:spPr>
        <p:txBody>
          <a:bodyPr/>
          <a:lstStyle>
            <a:lvl1pPr marL="0" indent="0" algn="ctr">
              <a:buNone/>
              <a:defRPr sz="1080"/>
            </a:lvl1pPr>
            <a:lvl2pPr marL="205740" indent="0" algn="ctr">
              <a:buNone/>
              <a:defRPr sz="900"/>
            </a:lvl2pPr>
            <a:lvl3pPr marL="411480" indent="0" algn="ctr">
              <a:buNone/>
              <a:defRPr sz="810"/>
            </a:lvl3pPr>
            <a:lvl4pPr marL="617220" indent="0" algn="ctr">
              <a:buNone/>
              <a:defRPr sz="720"/>
            </a:lvl4pPr>
            <a:lvl5pPr marL="822960" indent="0" algn="ctr">
              <a:buNone/>
              <a:defRPr sz="720"/>
            </a:lvl5pPr>
            <a:lvl6pPr marL="1028700" indent="0" algn="ctr">
              <a:buNone/>
              <a:defRPr sz="720"/>
            </a:lvl6pPr>
            <a:lvl7pPr marL="1234440" indent="0" algn="ctr">
              <a:buNone/>
              <a:defRPr sz="720"/>
            </a:lvl7pPr>
            <a:lvl8pPr marL="1440180" indent="0" algn="ctr">
              <a:buNone/>
              <a:defRPr sz="720"/>
            </a:lvl8pPr>
            <a:lvl9pPr marL="1645920" indent="0" algn="ctr">
              <a:buNone/>
              <a:defRPr sz="720"/>
            </a:lvl9pPr>
          </a:lstStyle>
          <a:p>
            <a:r>
              <a:rPr lang="en-US"/>
              <a:t>Click to edit Master subtitle style</a:t>
            </a:r>
            <a:endParaRPr lang="en-ID"/>
          </a:p>
        </p:txBody>
      </p:sp>
      <p:sp>
        <p:nvSpPr>
          <p:cNvPr id="4" name="Date Placeholder 3">
            <a:extLst>
              <a:ext uri="{FF2B5EF4-FFF2-40B4-BE49-F238E27FC236}">
                <a16:creationId xmlns:a16="http://schemas.microsoft.com/office/drawing/2014/main" id="{3E66424C-871C-5DAD-54AA-689264AA0C18}"/>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5" name="Footer Placeholder 4">
            <a:extLst>
              <a:ext uri="{FF2B5EF4-FFF2-40B4-BE49-F238E27FC236}">
                <a16:creationId xmlns:a16="http://schemas.microsoft.com/office/drawing/2014/main" id="{F96F79B2-06F9-2849-26CC-747FF62118DD}"/>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901B2E2E-967B-72B5-0107-9445EB56C355}"/>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4044116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72116-A39B-F33A-4648-8ED5A1DD0258}"/>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79E6CDD4-5561-0B0F-BDBC-029AA57302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6236A2B-5640-F31D-62F1-8D7167E4620C}"/>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5" name="Footer Placeholder 4">
            <a:extLst>
              <a:ext uri="{FF2B5EF4-FFF2-40B4-BE49-F238E27FC236}">
                <a16:creationId xmlns:a16="http://schemas.microsoft.com/office/drawing/2014/main" id="{05B8BBF4-EE2E-D0C9-A0BF-8D4A918A6AA4}"/>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01F04A92-791F-BD45-05DA-0E75AA659A2C}"/>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724797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25527-FBB3-DD20-67A8-2E5DA9124D77}"/>
              </a:ext>
            </a:extLst>
          </p:cNvPr>
          <p:cNvSpPr>
            <a:spLocks noGrp="1"/>
          </p:cNvSpPr>
          <p:nvPr>
            <p:ph type="title"/>
          </p:nvPr>
        </p:nvSpPr>
        <p:spPr>
          <a:xfrm>
            <a:off x="374333" y="3647444"/>
            <a:ext cx="4732020" cy="6085839"/>
          </a:xfrm>
        </p:spPr>
        <p:txBody>
          <a:bodyPr anchor="b"/>
          <a:lstStyle>
            <a:lvl1pPr>
              <a:defRPr sz="2700"/>
            </a:lvl1pPr>
          </a:lstStyle>
          <a:p>
            <a:r>
              <a:rPr lang="en-US"/>
              <a:t>Click to edit Master title style</a:t>
            </a:r>
            <a:endParaRPr lang="en-ID"/>
          </a:p>
        </p:txBody>
      </p:sp>
      <p:sp>
        <p:nvSpPr>
          <p:cNvPr id="3" name="Text Placeholder 2">
            <a:extLst>
              <a:ext uri="{FF2B5EF4-FFF2-40B4-BE49-F238E27FC236}">
                <a16:creationId xmlns:a16="http://schemas.microsoft.com/office/drawing/2014/main" id="{9921F00B-C631-45FE-4896-F033E2DA9BE3}"/>
              </a:ext>
            </a:extLst>
          </p:cNvPr>
          <p:cNvSpPr>
            <a:spLocks noGrp="1"/>
          </p:cNvSpPr>
          <p:nvPr>
            <p:ph type="body" idx="1"/>
          </p:nvPr>
        </p:nvSpPr>
        <p:spPr>
          <a:xfrm>
            <a:off x="374333" y="9790858"/>
            <a:ext cx="4732020" cy="3200399"/>
          </a:xfrm>
        </p:spPr>
        <p:txBody>
          <a:bodyPr/>
          <a:lstStyle>
            <a:lvl1pPr marL="0" indent="0">
              <a:buNone/>
              <a:defRPr sz="1080">
                <a:solidFill>
                  <a:schemeClr val="tx1">
                    <a:tint val="75000"/>
                  </a:schemeClr>
                </a:solidFill>
              </a:defRPr>
            </a:lvl1pPr>
            <a:lvl2pPr marL="205740" indent="0">
              <a:buNone/>
              <a:defRPr sz="900">
                <a:solidFill>
                  <a:schemeClr val="tx1">
                    <a:tint val="75000"/>
                  </a:schemeClr>
                </a:solidFill>
              </a:defRPr>
            </a:lvl2pPr>
            <a:lvl3pPr marL="411480" indent="0">
              <a:buNone/>
              <a:defRPr sz="810">
                <a:solidFill>
                  <a:schemeClr val="tx1">
                    <a:tint val="75000"/>
                  </a:schemeClr>
                </a:solidFill>
              </a:defRPr>
            </a:lvl3pPr>
            <a:lvl4pPr marL="617220" indent="0">
              <a:buNone/>
              <a:defRPr sz="720">
                <a:solidFill>
                  <a:schemeClr val="tx1">
                    <a:tint val="75000"/>
                  </a:schemeClr>
                </a:solidFill>
              </a:defRPr>
            </a:lvl4pPr>
            <a:lvl5pPr marL="822960" indent="0">
              <a:buNone/>
              <a:defRPr sz="720">
                <a:solidFill>
                  <a:schemeClr val="tx1">
                    <a:tint val="75000"/>
                  </a:schemeClr>
                </a:solidFill>
              </a:defRPr>
            </a:lvl5pPr>
            <a:lvl6pPr marL="1028700" indent="0">
              <a:buNone/>
              <a:defRPr sz="720">
                <a:solidFill>
                  <a:schemeClr val="tx1">
                    <a:tint val="75000"/>
                  </a:schemeClr>
                </a:solidFill>
              </a:defRPr>
            </a:lvl6pPr>
            <a:lvl7pPr marL="1234440" indent="0">
              <a:buNone/>
              <a:defRPr sz="720">
                <a:solidFill>
                  <a:schemeClr val="tx1">
                    <a:tint val="75000"/>
                  </a:schemeClr>
                </a:solidFill>
              </a:defRPr>
            </a:lvl7pPr>
            <a:lvl8pPr marL="1440180" indent="0">
              <a:buNone/>
              <a:defRPr sz="720">
                <a:solidFill>
                  <a:schemeClr val="tx1">
                    <a:tint val="75000"/>
                  </a:schemeClr>
                </a:solidFill>
              </a:defRPr>
            </a:lvl8pPr>
            <a:lvl9pPr marL="1645920" indent="0">
              <a:buNone/>
              <a:defRPr sz="7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3634DD-D9DA-E864-1A46-828C2C78FA60}"/>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5" name="Footer Placeholder 4">
            <a:extLst>
              <a:ext uri="{FF2B5EF4-FFF2-40B4-BE49-F238E27FC236}">
                <a16:creationId xmlns:a16="http://schemas.microsoft.com/office/drawing/2014/main" id="{85BDBD4F-A291-FF80-792F-C78B000FBD77}"/>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5FD19229-0F47-083E-90A9-4C88DBAACDF6}"/>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3891278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6F99-6328-7B84-3E2A-C8F81EE9E54D}"/>
              </a:ext>
            </a:extLst>
          </p:cNvPr>
          <p:cNvSpPr>
            <a:spLocks noGrp="1"/>
          </p:cNvSpPr>
          <p:nvPr>
            <p:ph type="title"/>
          </p:nvPr>
        </p:nvSpPr>
        <p:spPr/>
        <p:txBody>
          <a:bodyPr/>
          <a:lstStyle/>
          <a:p>
            <a:r>
              <a:rPr lang="en-US"/>
              <a:t>Click to edit Master title style</a:t>
            </a:r>
            <a:endParaRPr lang="en-ID"/>
          </a:p>
        </p:txBody>
      </p:sp>
      <p:sp>
        <p:nvSpPr>
          <p:cNvPr id="3" name="Content Placeholder 2">
            <a:extLst>
              <a:ext uri="{FF2B5EF4-FFF2-40B4-BE49-F238E27FC236}">
                <a16:creationId xmlns:a16="http://schemas.microsoft.com/office/drawing/2014/main" id="{7AC65EC4-FD98-F9BA-77DA-BBED7A077FB0}"/>
              </a:ext>
            </a:extLst>
          </p:cNvPr>
          <p:cNvSpPr>
            <a:spLocks noGrp="1"/>
          </p:cNvSpPr>
          <p:nvPr>
            <p:ph sz="half" idx="1"/>
          </p:nvPr>
        </p:nvSpPr>
        <p:spPr>
          <a:xfrm>
            <a:off x="377190" y="3894667"/>
            <a:ext cx="2331720" cy="9282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Content Placeholder 3">
            <a:extLst>
              <a:ext uri="{FF2B5EF4-FFF2-40B4-BE49-F238E27FC236}">
                <a16:creationId xmlns:a16="http://schemas.microsoft.com/office/drawing/2014/main" id="{A0E0D3EB-46C8-E94B-3A52-3A52940DEE27}"/>
              </a:ext>
            </a:extLst>
          </p:cNvPr>
          <p:cNvSpPr>
            <a:spLocks noGrp="1"/>
          </p:cNvSpPr>
          <p:nvPr>
            <p:ph sz="half" idx="2"/>
          </p:nvPr>
        </p:nvSpPr>
        <p:spPr>
          <a:xfrm>
            <a:off x="2777490" y="3894667"/>
            <a:ext cx="2331720" cy="9282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Date Placeholder 4">
            <a:extLst>
              <a:ext uri="{FF2B5EF4-FFF2-40B4-BE49-F238E27FC236}">
                <a16:creationId xmlns:a16="http://schemas.microsoft.com/office/drawing/2014/main" id="{CA50E476-9FF1-2690-E286-7719CDB1F1EB}"/>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6" name="Footer Placeholder 5">
            <a:extLst>
              <a:ext uri="{FF2B5EF4-FFF2-40B4-BE49-F238E27FC236}">
                <a16:creationId xmlns:a16="http://schemas.microsoft.com/office/drawing/2014/main" id="{14F975CA-14A2-7B23-E368-F3ABE595198F}"/>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8B780794-5EFE-7005-6A87-40F190FC3EC9}"/>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2543349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1655B-2FDB-0228-AB78-1A97F3216345}"/>
              </a:ext>
            </a:extLst>
          </p:cNvPr>
          <p:cNvSpPr>
            <a:spLocks noGrp="1"/>
          </p:cNvSpPr>
          <p:nvPr>
            <p:ph type="title"/>
          </p:nvPr>
        </p:nvSpPr>
        <p:spPr>
          <a:xfrm>
            <a:off x="377905" y="778936"/>
            <a:ext cx="4732020" cy="2827868"/>
          </a:xfrm>
        </p:spPr>
        <p:txBody>
          <a:bodyPr/>
          <a:lstStyle/>
          <a:p>
            <a:r>
              <a:rPr lang="en-US"/>
              <a:t>Click to edit Master title style</a:t>
            </a:r>
            <a:endParaRPr lang="en-ID"/>
          </a:p>
        </p:txBody>
      </p:sp>
      <p:sp>
        <p:nvSpPr>
          <p:cNvPr id="3" name="Text Placeholder 2">
            <a:extLst>
              <a:ext uri="{FF2B5EF4-FFF2-40B4-BE49-F238E27FC236}">
                <a16:creationId xmlns:a16="http://schemas.microsoft.com/office/drawing/2014/main" id="{A9BAE8C2-8240-26B6-52F1-039107EFAFD8}"/>
              </a:ext>
            </a:extLst>
          </p:cNvPr>
          <p:cNvSpPr>
            <a:spLocks noGrp="1"/>
          </p:cNvSpPr>
          <p:nvPr>
            <p:ph type="body" idx="1"/>
          </p:nvPr>
        </p:nvSpPr>
        <p:spPr>
          <a:xfrm>
            <a:off x="377905" y="3586481"/>
            <a:ext cx="2321004" cy="1757679"/>
          </a:xfrm>
        </p:spPr>
        <p:txBody>
          <a:bodyPr anchor="b"/>
          <a:lstStyle>
            <a:lvl1pPr marL="0" indent="0">
              <a:buNone/>
              <a:defRPr sz="1080" b="1"/>
            </a:lvl1pPr>
            <a:lvl2pPr marL="205740" indent="0">
              <a:buNone/>
              <a:defRPr sz="900" b="1"/>
            </a:lvl2pPr>
            <a:lvl3pPr marL="411480" indent="0">
              <a:buNone/>
              <a:defRPr sz="810" b="1"/>
            </a:lvl3pPr>
            <a:lvl4pPr marL="617220" indent="0">
              <a:buNone/>
              <a:defRPr sz="720" b="1"/>
            </a:lvl4pPr>
            <a:lvl5pPr marL="822960" indent="0">
              <a:buNone/>
              <a:defRPr sz="720" b="1"/>
            </a:lvl5pPr>
            <a:lvl6pPr marL="1028700" indent="0">
              <a:buNone/>
              <a:defRPr sz="720" b="1"/>
            </a:lvl6pPr>
            <a:lvl7pPr marL="1234440" indent="0">
              <a:buNone/>
              <a:defRPr sz="720" b="1"/>
            </a:lvl7pPr>
            <a:lvl8pPr marL="1440180" indent="0">
              <a:buNone/>
              <a:defRPr sz="720" b="1"/>
            </a:lvl8pPr>
            <a:lvl9pPr marL="1645920" indent="0">
              <a:buNone/>
              <a:defRPr sz="720" b="1"/>
            </a:lvl9pPr>
          </a:lstStyle>
          <a:p>
            <a:pPr lvl="0"/>
            <a:r>
              <a:rPr lang="en-US"/>
              <a:t>Click to edit Master text styles</a:t>
            </a:r>
          </a:p>
        </p:txBody>
      </p:sp>
      <p:sp>
        <p:nvSpPr>
          <p:cNvPr id="4" name="Content Placeholder 3">
            <a:extLst>
              <a:ext uri="{FF2B5EF4-FFF2-40B4-BE49-F238E27FC236}">
                <a16:creationId xmlns:a16="http://schemas.microsoft.com/office/drawing/2014/main" id="{08995DE0-8D0D-8CA9-4393-D535C00BE910}"/>
              </a:ext>
            </a:extLst>
          </p:cNvPr>
          <p:cNvSpPr>
            <a:spLocks noGrp="1"/>
          </p:cNvSpPr>
          <p:nvPr>
            <p:ph sz="half" idx="2"/>
          </p:nvPr>
        </p:nvSpPr>
        <p:spPr>
          <a:xfrm>
            <a:off x="377905" y="5344160"/>
            <a:ext cx="2321004" cy="78604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5" name="Text Placeholder 4">
            <a:extLst>
              <a:ext uri="{FF2B5EF4-FFF2-40B4-BE49-F238E27FC236}">
                <a16:creationId xmlns:a16="http://schemas.microsoft.com/office/drawing/2014/main" id="{788A99A2-5513-27A4-9A6D-8BCBD4BEEBE0}"/>
              </a:ext>
            </a:extLst>
          </p:cNvPr>
          <p:cNvSpPr>
            <a:spLocks noGrp="1"/>
          </p:cNvSpPr>
          <p:nvPr>
            <p:ph type="body" sz="quarter" idx="3"/>
          </p:nvPr>
        </p:nvSpPr>
        <p:spPr>
          <a:xfrm>
            <a:off x="2777490" y="3586481"/>
            <a:ext cx="2332435" cy="1757679"/>
          </a:xfrm>
        </p:spPr>
        <p:txBody>
          <a:bodyPr anchor="b"/>
          <a:lstStyle>
            <a:lvl1pPr marL="0" indent="0">
              <a:buNone/>
              <a:defRPr sz="1080" b="1"/>
            </a:lvl1pPr>
            <a:lvl2pPr marL="205740" indent="0">
              <a:buNone/>
              <a:defRPr sz="900" b="1"/>
            </a:lvl2pPr>
            <a:lvl3pPr marL="411480" indent="0">
              <a:buNone/>
              <a:defRPr sz="810" b="1"/>
            </a:lvl3pPr>
            <a:lvl4pPr marL="617220" indent="0">
              <a:buNone/>
              <a:defRPr sz="720" b="1"/>
            </a:lvl4pPr>
            <a:lvl5pPr marL="822960" indent="0">
              <a:buNone/>
              <a:defRPr sz="720" b="1"/>
            </a:lvl5pPr>
            <a:lvl6pPr marL="1028700" indent="0">
              <a:buNone/>
              <a:defRPr sz="720" b="1"/>
            </a:lvl6pPr>
            <a:lvl7pPr marL="1234440" indent="0">
              <a:buNone/>
              <a:defRPr sz="720" b="1"/>
            </a:lvl7pPr>
            <a:lvl8pPr marL="1440180" indent="0">
              <a:buNone/>
              <a:defRPr sz="720" b="1"/>
            </a:lvl8pPr>
            <a:lvl9pPr marL="1645920" indent="0">
              <a:buNone/>
              <a:defRPr sz="720" b="1"/>
            </a:lvl9pPr>
          </a:lstStyle>
          <a:p>
            <a:pPr lvl="0"/>
            <a:r>
              <a:rPr lang="en-US"/>
              <a:t>Click to edit Master text styles</a:t>
            </a:r>
          </a:p>
        </p:txBody>
      </p:sp>
      <p:sp>
        <p:nvSpPr>
          <p:cNvPr id="6" name="Content Placeholder 5">
            <a:extLst>
              <a:ext uri="{FF2B5EF4-FFF2-40B4-BE49-F238E27FC236}">
                <a16:creationId xmlns:a16="http://schemas.microsoft.com/office/drawing/2014/main" id="{8A801275-2048-49BE-CE1C-D3474657D4CA}"/>
              </a:ext>
            </a:extLst>
          </p:cNvPr>
          <p:cNvSpPr>
            <a:spLocks noGrp="1"/>
          </p:cNvSpPr>
          <p:nvPr>
            <p:ph sz="quarter" idx="4"/>
          </p:nvPr>
        </p:nvSpPr>
        <p:spPr>
          <a:xfrm>
            <a:off x="2777490" y="5344160"/>
            <a:ext cx="2332435" cy="78604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7" name="Date Placeholder 6">
            <a:extLst>
              <a:ext uri="{FF2B5EF4-FFF2-40B4-BE49-F238E27FC236}">
                <a16:creationId xmlns:a16="http://schemas.microsoft.com/office/drawing/2014/main" id="{CAD5A998-2C1A-4140-A6C6-6EB1EFFFD20E}"/>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8" name="Footer Placeholder 7">
            <a:extLst>
              <a:ext uri="{FF2B5EF4-FFF2-40B4-BE49-F238E27FC236}">
                <a16:creationId xmlns:a16="http://schemas.microsoft.com/office/drawing/2014/main" id="{6DD655C4-5F71-5775-DA89-885BC34313F9}"/>
              </a:ext>
            </a:extLst>
          </p:cNvPr>
          <p:cNvSpPr>
            <a:spLocks noGrp="1"/>
          </p:cNvSpPr>
          <p:nvPr>
            <p:ph type="ftr" sz="quarter" idx="11"/>
          </p:nvPr>
        </p:nvSpPr>
        <p:spPr/>
        <p:txBody>
          <a:bodyPr/>
          <a:lstStyle/>
          <a:p>
            <a:endParaRPr lang="en-ID"/>
          </a:p>
        </p:txBody>
      </p:sp>
      <p:sp>
        <p:nvSpPr>
          <p:cNvPr id="9" name="Slide Number Placeholder 8">
            <a:extLst>
              <a:ext uri="{FF2B5EF4-FFF2-40B4-BE49-F238E27FC236}">
                <a16:creationId xmlns:a16="http://schemas.microsoft.com/office/drawing/2014/main" id="{479C6EF7-7A7A-05BF-AC0A-4C7F3832EBB4}"/>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3350937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2686F-5F4D-5BEF-9777-7A4F386BB3E2}"/>
              </a:ext>
            </a:extLst>
          </p:cNvPr>
          <p:cNvSpPr>
            <a:spLocks noGrp="1"/>
          </p:cNvSpPr>
          <p:nvPr>
            <p:ph type="title"/>
          </p:nvPr>
        </p:nvSpPr>
        <p:spPr/>
        <p:txBody>
          <a:bodyPr/>
          <a:lstStyle/>
          <a:p>
            <a:r>
              <a:rPr lang="en-US"/>
              <a:t>Click to edit Master title style</a:t>
            </a:r>
            <a:endParaRPr lang="en-ID"/>
          </a:p>
        </p:txBody>
      </p:sp>
      <p:sp>
        <p:nvSpPr>
          <p:cNvPr id="3" name="Date Placeholder 2">
            <a:extLst>
              <a:ext uri="{FF2B5EF4-FFF2-40B4-BE49-F238E27FC236}">
                <a16:creationId xmlns:a16="http://schemas.microsoft.com/office/drawing/2014/main" id="{F3E0E977-397C-FE39-1DCE-E7C2C3FED242}"/>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4" name="Footer Placeholder 3">
            <a:extLst>
              <a:ext uri="{FF2B5EF4-FFF2-40B4-BE49-F238E27FC236}">
                <a16:creationId xmlns:a16="http://schemas.microsoft.com/office/drawing/2014/main" id="{3B10EA9C-8ECB-89F5-735C-2051167840E3}"/>
              </a:ext>
            </a:extLst>
          </p:cNvPr>
          <p:cNvSpPr>
            <a:spLocks noGrp="1"/>
          </p:cNvSpPr>
          <p:nvPr>
            <p:ph type="ftr" sz="quarter" idx="11"/>
          </p:nvPr>
        </p:nvSpPr>
        <p:spPr/>
        <p:txBody>
          <a:bodyPr/>
          <a:lstStyle/>
          <a:p>
            <a:endParaRPr lang="en-ID"/>
          </a:p>
        </p:txBody>
      </p:sp>
      <p:sp>
        <p:nvSpPr>
          <p:cNvPr id="5" name="Slide Number Placeholder 4">
            <a:extLst>
              <a:ext uri="{FF2B5EF4-FFF2-40B4-BE49-F238E27FC236}">
                <a16:creationId xmlns:a16="http://schemas.microsoft.com/office/drawing/2014/main" id="{15C83921-413B-CFEB-32E9-4B22A657CF0D}"/>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1098658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8A6B15-1650-2EFC-3D2D-6D2BEDB46125}"/>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3" name="Footer Placeholder 2">
            <a:extLst>
              <a:ext uri="{FF2B5EF4-FFF2-40B4-BE49-F238E27FC236}">
                <a16:creationId xmlns:a16="http://schemas.microsoft.com/office/drawing/2014/main" id="{4E5F3779-314F-C675-ADF1-8345256AF746}"/>
              </a:ext>
            </a:extLst>
          </p:cNvPr>
          <p:cNvSpPr>
            <a:spLocks noGrp="1"/>
          </p:cNvSpPr>
          <p:nvPr>
            <p:ph type="ftr" sz="quarter" idx="11"/>
          </p:nvPr>
        </p:nvSpPr>
        <p:spPr/>
        <p:txBody>
          <a:bodyPr/>
          <a:lstStyle/>
          <a:p>
            <a:endParaRPr lang="en-ID"/>
          </a:p>
        </p:txBody>
      </p:sp>
      <p:sp>
        <p:nvSpPr>
          <p:cNvPr id="4" name="Slide Number Placeholder 3">
            <a:extLst>
              <a:ext uri="{FF2B5EF4-FFF2-40B4-BE49-F238E27FC236}">
                <a16:creationId xmlns:a16="http://schemas.microsoft.com/office/drawing/2014/main" id="{D85A3F16-330E-11E5-31C1-64A25C72D4F4}"/>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471410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A1DA0-F436-0B77-9C1A-CB411FA349EE}"/>
              </a:ext>
            </a:extLst>
          </p:cNvPr>
          <p:cNvSpPr>
            <a:spLocks noGrp="1"/>
          </p:cNvSpPr>
          <p:nvPr>
            <p:ph type="title"/>
          </p:nvPr>
        </p:nvSpPr>
        <p:spPr>
          <a:xfrm>
            <a:off x="377906" y="975360"/>
            <a:ext cx="1769507" cy="3413760"/>
          </a:xfrm>
        </p:spPr>
        <p:txBody>
          <a:bodyPr anchor="b"/>
          <a:lstStyle>
            <a:lvl1pPr>
              <a:defRPr sz="1440"/>
            </a:lvl1pPr>
          </a:lstStyle>
          <a:p>
            <a:r>
              <a:rPr lang="en-US"/>
              <a:t>Click to edit Master title style</a:t>
            </a:r>
            <a:endParaRPr lang="en-ID"/>
          </a:p>
        </p:txBody>
      </p:sp>
      <p:sp>
        <p:nvSpPr>
          <p:cNvPr id="3" name="Content Placeholder 2">
            <a:extLst>
              <a:ext uri="{FF2B5EF4-FFF2-40B4-BE49-F238E27FC236}">
                <a16:creationId xmlns:a16="http://schemas.microsoft.com/office/drawing/2014/main" id="{99C29C49-F91E-35F7-8807-D8655CD5CD01}"/>
              </a:ext>
            </a:extLst>
          </p:cNvPr>
          <p:cNvSpPr>
            <a:spLocks noGrp="1"/>
          </p:cNvSpPr>
          <p:nvPr>
            <p:ph idx="1"/>
          </p:nvPr>
        </p:nvSpPr>
        <p:spPr>
          <a:xfrm>
            <a:off x="2332435" y="2106510"/>
            <a:ext cx="2777490" cy="10397067"/>
          </a:xfrm>
        </p:spPr>
        <p:txBody>
          <a:bodyPr/>
          <a:lstStyle>
            <a:lvl1pPr>
              <a:defRPr sz="1440"/>
            </a:lvl1pPr>
            <a:lvl2pPr>
              <a:defRPr sz="1260"/>
            </a:lvl2pPr>
            <a:lvl3pPr>
              <a:defRPr sz="1080"/>
            </a:lvl3pPr>
            <a:lvl4pPr>
              <a:defRPr sz="900"/>
            </a:lvl4pPr>
            <a:lvl5pPr>
              <a:defRPr sz="9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Text Placeholder 3">
            <a:extLst>
              <a:ext uri="{FF2B5EF4-FFF2-40B4-BE49-F238E27FC236}">
                <a16:creationId xmlns:a16="http://schemas.microsoft.com/office/drawing/2014/main" id="{8C23549B-B0AF-CAD1-128E-120A360639A2}"/>
              </a:ext>
            </a:extLst>
          </p:cNvPr>
          <p:cNvSpPr>
            <a:spLocks noGrp="1"/>
          </p:cNvSpPr>
          <p:nvPr>
            <p:ph type="body" sz="half" idx="2"/>
          </p:nvPr>
        </p:nvSpPr>
        <p:spPr>
          <a:xfrm>
            <a:off x="377906" y="4389120"/>
            <a:ext cx="1769507" cy="8131388"/>
          </a:xfrm>
        </p:spPr>
        <p:txBody>
          <a:bodyPr/>
          <a:lstStyle>
            <a:lvl1pPr marL="0" indent="0">
              <a:buNone/>
              <a:defRPr sz="720"/>
            </a:lvl1pPr>
            <a:lvl2pPr marL="205740" indent="0">
              <a:buNone/>
              <a:defRPr sz="630"/>
            </a:lvl2pPr>
            <a:lvl3pPr marL="411480" indent="0">
              <a:buNone/>
              <a:defRPr sz="540"/>
            </a:lvl3pPr>
            <a:lvl4pPr marL="617220" indent="0">
              <a:buNone/>
              <a:defRPr sz="450"/>
            </a:lvl4pPr>
            <a:lvl5pPr marL="822960" indent="0">
              <a:buNone/>
              <a:defRPr sz="450"/>
            </a:lvl5pPr>
            <a:lvl6pPr marL="1028700" indent="0">
              <a:buNone/>
              <a:defRPr sz="450"/>
            </a:lvl6pPr>
            <a:lvl7pPr marL="1234440" indent="0">
              <a:buNone/>
              <a:defRPr sz="450"/>
            </a:lvl7pPr>
            <a:lvl8pPr marL="1440180" indent="0">
              <a:buNone/>
              <a:defRPr sz="450"/>
            </a:lvl8pPr>
            <a:lvl9pPr marL="1645920" indent="0">
              <a:buNone/>
              <a:defRPr sz="450"/>
            </a:lvl9pPr>
          </a:lstStyle>
          <a:p>
            <a:pPr lvl="0"/>
            <a:r>
              <a:rPr lang="en-US"/>
              <a:t>Click to edit Master text styles</a:t>
            </a:r>
          </a:p>
        </p:txBody>
      </p:sp>
      <p:sp>
        <p:nvSpPr>
          <p:cNvPr id="5" name="Date Placeholder 4">
            <a:extLst>
              <a:ext uri="{FF2B5EF4-FFF2-40B4-BE49-F238E27FC236}">
                <a16:creationId xmlns:a16="http://schemas.microsoft.com/office/drawing/2014/main" id="{47C5ABCD-D99D-57E0-5775-BCE3C95E231E}"/>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6" name="Footer Placeholder 5">
            <a:extLst>
              <a:ext uri="{FF2B5EF4-FFF2-40B4-BE49-F238E27FC236}">
                <a16:creationId xmlns:a16="http://schemas.microsoft.com/office/drawing/2014/main" id="{2D5CF7EE-D0F7-4FAF-45AE-5C0F99FB953B}"/>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40DB75C-6324-5C4F-0945-E9A3363D3889}"/>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3778822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AAE4D-B89D-FACF-F09D-0702DD1C669C}"/>
              </a:ext>
            </a:extLst>
          </p:cNvPr>
          <p:cNvSpPr>
            <a:spLocks noGrp="1"/>
          </p:cNvSpPr>
          <p:nvPr>
            <p:ph type="title"/>
          </p:nvPr>
        </p:nvSpPr>
        <p:spPr>
          <a:xfrm>
            <a:off x="377906" y="975360"/>
            <a:ext cx="1769507" cy="3413760"/>
          </a:xfrm>
        </p:spPr>
        <p:txBody>
          <a:bodyPr anchor="b"/>
          <a:lstStyle>
            <a:lvl1pPr>
              <a:defRPr sz="1440"/>
            </a:lvl1pPr>
          </a:lstStyle>
          <a:p>
            <a:r>
              <a:rPr lang="en-US"/>
              <a:t>Click to edit Master title style</a:t>
            </a:r>
            <a:endParaRPr lang="en-ID"/>
          </a:p>
        </p:txBody>
      </p:sp>
      <p:sp>
        <p:nvSpPr>
          <p:cNvPr id="3" name="Picture Placeholder 2">
            <a:extLst>
              <a:ext uri="{FF2B5EF4-FFF2-40B4-BE49-F238E27FC236}">
                <a16:creationId xmlns:a16="http://schemas.microsoft.com/office/drawing/2014/main" id="{C626A282-370D-24F1-D81C-5C6955080BF1}"/>
              </a:ext>
            </a:extLst>
          </p:cNvPr>
          <p:cNvSpPr>
            <a:spLocks noGrp="1"/>
          </p:cNvSpPr>
          <p:nvPr>
            <p:ph type="pic" idx="1"/>
          </p:nvPr>
        </p:nvSpPr>
        <p:spPr>
          <a:xfrm>
            <a:off x="2332435" y="2106510"/>
            <a:ext cx="2777490" cy="10397067"/>
          </a:xfrm>
        </p:spPr>
        <p:txBody>
          <a:bodyPr/>
          <a:lstStyle>
            <a:lvl1pPr marL="0" indent="0">
              <a:buNone/>
              <a:defRPr sz="1440"/>
            </a:lvl1pPr>
            <a:lvl2pPr marL="205740" indent="0">
              <a:buNone/>
              <a:defRPr sz="1260"/>
            </a:lvl2pPr>
            <a:lvl3pPr marL="411480" indent="0">
              <a:buNone/>
              <a:defRPr sz="1080"/>
            </a:lvl3pPr>
            <a:lvl4pPr marL="617220" indent="0">
              <a:buNone/>
              <a:defRPr sz="900"/>
            </a:lvl4pPr>
            <a:lvl5pPr marL="822960" indent="0">
              <a:buNone/>
              <a:defRPr sz="900"/>
            </a:lvl5pPr>
            <a:lvl6pPr marL="1028700" indent="0">
              <a:buNone/>
              <a:defRPr sz="900"/>
            </a:lvl6pPr>
            <a:lvl7pPr marL="1234440" indent="0">
              <a:buNone/>
              <a:defRPr sz="900"/>
            </a:lvl7pPr>
            <a:lvl8pPr marL="1440180" indent="0">
              <a:buNone/>
              <a:defRPr sz="900"/>
            </a:lvl8pPr>
            <a:lvl9pPr marL="1645920" indent="0">
              <a:buNone/>
              <a:defRPr sz="900"/>
            </a:lvl9pPr>
          </a:lstStyle>
          <a:p>
            <a:endParaRPr lang="en-ID"/>
          </a:p>
        </p:txBody>
      </p:sp>
      <p:sp>
        <p:nvSpPr>
          <p:cNvPr id="4" name="Text Placeholder 3">
            <a:extLst>
              <a:ext uri="{FF2B5EF4-FFF2-40B4-BE49-F238E27FC236}">
                <a16:creationId xmlns:a16="http://schemas.microsoft.com/office/drawing/2014/main" id="{A2AE6103-6082-858C-A21D-C9B6E3EC0607}"/>
              </a:ext>
            </a:extLst>
          </p:cNvPr>
          <p:cNvSpPr>
            <a:spLocks noGrp="1"/>
          </p:cNvSpPr>
          <p:nvPr>
            <p:ph type="body" sz="half" idx="2"/>
          </p:nvPr>
        </p:nvSpPr>
        <p:spPr>
          <a:xfrm>
            <a:off x="377906" y="4389120"/>
            <a:ext cx="1769507" cy="8131388"/>
          </a:xfrm>
        </p:spPr>
        <p:txBody>
          <a:bodyPr/>
          <a:lstStyle>
            <a:lvl1pPr marL="0" indent="0">
              <a:buNone/>
              <a:defRPr sz="720"/>
            </a:lvl1pPr>
            <a:lvl2pPr marL="205740" indent="0">
              <a:buNone/>
              <a:defRPr sz="630"/>
            </a:lvl2pPr>
            <a:lvl3pPr marL="411480" indent="0">
              <a:buNone/>
              <a:defRPr sz="540"/>
            </a:lvl3pPr>
            <a:lvl4pPr marL="617220" indent="0">
              <a:buNone/>
              <a:defRPr sz="450"/>
            </a:lvl4pPr>
            <a:lvl5pPr marL="822960" indent="0">
              <a:buNone/>
              <a:defRPr sz="450"/>
            </a:lvl5pPr>
            <a:lvl6pPr marL="1028700" indent="0">
              <a:buNone/>
              <a:defRPr sz="450"/>
            </a:lvl6pPr>
            <a:lvl7pPr marL="1234440" indent="0">
              <a:buNone/>
              <a:defRPr sz="450"/>
            </a:lvl7pPr>
            <a:lvl8pPr marL="1440180" indent="0">
              <a:buNone/>
              <a:defRPr sz="450"/>
            </a:lvl8pPr>
            <a:lvl9pPr marL="1645920" indent="0">
              <a:buNone/>
              <a:defRPr sz="450"/>
            </a:lvl9pPr>
          </a:lstStyle>
          <a:p>
            <a:pPr lvl="0"/>
            <a:r>
              <a:rPr lang="en-US"/>
              <a:t>Click to edit Master text styles</a:t>
            </a:r>
          </a:p>
        </p:txBody>
      </p:sp>
      <p:sp>
        <p:nvSpPr>
          <p:cNvPr id="5" name="Date Placeholder 4">
            <a:extLst>
              <a:ext uri="{FF2B5EF4-FFF2-40B4-BE49-F238E27FC236}">
                <a16:creationId xmlns:a16="http://schemas.microsoft.com/office/drawing/2014/main" id="{FFC9AEFF-B000-6D33-55B5-354FDF1C929E}"/>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6" name="Footer Placeholder 5">
            <a:extLst>
              <a:ext uri="{FF2B5EF4-FFF2-40B4-BE49-F238E27FC236}">
                <a16:creationId xmlns:a16="http://schemas.microsoft.com/office/drawing/2014/main" id="{DE704620-706C-DFD7-8B78-1086CE8C7CD6}"/>
              </a:ext>
            </a:extLst>
          </p:cNvPr>
          <p:cNvSpPr>
            <a:spLocks noGrp="1"/>
          </p:cNvSpPr>
          <p:nvPr>
            <p:ph type="ftr" sz="quarter" idx="11"/>
          </p:nvPr>
        </p:nvSpPr>
        <p:spPr/>
        <p:txBody>
          <a:bodyPr/>
          <a:lstStyle/>
          <a:p>
            <a:endParaRPr lang="en-ID"/>
          </a:p>
        </p:txBody>
      </p:sp>
      <p:sp>
        <p:nvSpPr>
          <p:cNvPr id="7" name="Slide Number Placeholder 6">
            <a:extLst>
              <a:ext uri="{FF2B5EF4-FFF2-40B4-BE49-F238E27FC236}">
                <a16:creationId xmlns:a16="http://schemas.microsoft.com/office/drawing/2014/main" id="{61F7DA1A-D1C9-07D7-258E-799FFC3A4E7B}"/>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2241312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04004-53AB-0DA8-C6A7-7871F5D316FB}"/>
              </a:ext>
            </a:extLst>
          </p:cNvPr>
          <p:cNvSpPr>
            <a:spLocks noGrp="1"/>
          </p:cNvSpPr>
          <p:nvPr>
            <p:ph type="title"/>
          </p:nvPr>
        </p:nvSpPr>
        <p:spPr/>
        <p:txBody>
          <a:bodyPr/>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D6EC1F41-D29F-8CB9-83CB-AF086DB4E4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3E7B7F34-4FAD-3773-45A7-69C464DD1B17}"/>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5" name="Footer Placeholder 4">
            <a:extLst>
              <a:ext uri="{FF2B5EF4-FFF2-40B4-BE49-F238E27FC236}">
                <a16:creationId xmlns:a16="http://schemas.microsoft.com/office/drawing/2014/main" id="{0CE2B20A-FAB5-1BBF-A5D6-204C5DEDBC21}"/>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AA4BE8DA-AC32-5819-C52D-2BC80D3E5D1D}"/>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66474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F0BAA0-DC21-B394-D8D4-20C962A70742}"/>
              </a:ext>
            </a:extLst>
          </p:cNvPr>
          <p:cNvSpPr>
            <a:spLocks noGrp="1"/>
          </p:cNvSpPr>
          <p:nvPr>
            <p:ph type="title" orient="vert"/>
          </p:nvPr>
        </p:nvSpPr>
        <p:spPr>
          <a:xfrm>
            <a:off x="3926206" y="778933"/>
            <a:ext cx="1183005" cy="12398588"/>
          </a:xfrm>
        </p:spPr>
        <p:txBody>
          <a:bodyPr vert="eaVert"/>
          <a:lstStyle/>
          <a:p>
            <a:r>
              <a:rPr lang="en-US"/>
              <a:t>Click to edit Master title style</a:t>
            </a:r>
            <a:endParaRPr lang="en-ID"/>
          </a:p>
        </p:txBody>
      </p:sp>
      <p:sp>
        <p:nvSpPr>
          <p:cNvPr id="3" name="Vertical Text Placeholder 2">
            <a:extLst>
              <a:ext uri="{FF2B5EF4-FFF2-40B4-BE49-F238E27FC236}">
                <a16:creationId xmlns:a16="http://schemas.microsoft.com/office/drawing/2014/main" id="{B5BED97A-8CD7-0A6B-4438-878DBF148ADD}"/>
              </a:ext>
            </a:extLst>
          </p:cNvPr>
          <p:cNvSpPr>
            <a:spLocks noGrp="1"/>
          </p:cNvSpPr>
          <p:nvPr>
            <p:ph type="body" orient="vert" idx="1"/>
          </p:nvPr>
        </p:nvSpPr>
        <p:spPr>
          <a:xfrm>
            <a:off x="377191" y="778933"/>
            <a:ext cx="3480435" cy="1239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78057199-4476-F4FB-7584-AAC8374E6D48}"/>
              </a:ext>
            </a:extLst>
          </p:cNvPr>
          <p:cNvSpPr>
            <a:spLocks noGrp="1"/>
          </p:cNvSpPr>
          <p:nvPr>
            <p:ph type="dt" sz="half" idx="10"/>
          </p:nvPr>
        </p:nvSpPr>
        <p:spPr/>
        <p:txBody>
          <a:bodyPr/>
          <a:lstStyle/>
          <a:p>
            <a:fld id="{746A3A81-77E4-4562-B071-7D73EF0BEF94}" type="datetimeFigureOut">
              <a:rPr lang="en-ID" smtClean="0"/>
              <a:t>07/06/2026</a:t>
            </a:fld>
            <a:endParaRPr lang="en-ID"/>
          </a:p>
        </p:txBody>
      </p:sp>
      <p:sp>
        <p:nvSpPr>
          <p:cNvPr id="5" name="Footer Placeholder 4">
            <a:extLst>
              <a:ext uri="{FF2B5EF4-FFF2-40B4-BE49-F238E27FC236}">
                <a16:creationId xmlns:a16="http://schemas.microsoft.com/office/drawing/2014/main" id="{8635BBDF-CA97-95E5-DD87-1E0F64FC87E4}"/>
              </a:ext>
            </a:extLst>
          </p:cNvPr>
          <p:cNvSpPr>
            <a:spLocks noGrp="1"/>
          </p:cNvSpPr>
          <p:nvPr>
            <p:ph type="ftr" sz="quarter" idx="11"/>
          </p:nvPr>
        </p:nvSpPr>
        <p:spPr/>
        <p:txBody>
          <a:bodyPr/>
          <a:lstStyle/>
          <a:p>
            <a:endParaRPr lang="en-ID"/>
          </a:p>
        </p:txBody>
      </p:sp>
      <p:sp>
        <p:nvSpPr>
          <p:cNvPr id="6" name="Slide Number Placeholder 5">
            <a:extLst>
              <a:ext uri="{FF2B5EF4-FFF2-40B4-BE49-F238E27FC236}">
                <a16:creationId xmlns:a16="http://schemas.microsoft.com/office/drawing/2014/main" id="{8BE3F75F-2917-4C51-C1F0-EA940196C93E}"/>
              </a:ext>
            </a:extLst>
          </p:cNvPr>
          <p:cNvSpPr>
            <a:spLocks noGrp="1"/>
          </p:cNvSpPr>
          <p:nvPr>
            <p:ph type="sldNum" sz="quarter" idx="12"/>
          </p:nvPr>
        </p:nvSpPr>
        <p:spPr/>
        <p:txBody>
          <a:bodyPr/>
          <a:lstStyle/>
          <a:p>
            <a:fld id="{76952C64-554B-4764-8B26-05B2A5447966}" type="slidenum">
              <a:rPr lang="en-ID" smtClean="0"/>
              <a:t>‹#›</a:t>
            </a:fld>
            <a:endParaRPr lang="en-ID"/>
          </a:p>
        </p:txBody>
      </p:sp>
    </p:spTree>
    <p:extLst>
      <p:ext uri="{BB962C8B-B14F-4D97-AF65-F5344CB8AC3E}">
        <p14:creationId xmlns:p14="http://schemas.microsoft.com/office/powerpoint/2010/main" val="990316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D79EE-98E8-AB92-7EDF-3311543D6F90}"/>
              </a:ext>
            </a:extLst>
          </p:cNvPr>
          <p:cNvSpPr>
            <a:spLocks noGrp="1"/>
          </p:cNvSpPr>
          <p:nvPr>
            <p:ph type="title"/>
          </p:nvPr>
        </p:nvSpPr>
        <p:spPr>
          <a:xfrm>
            <a:off x="377190" y="778936"/>
            <a:ext cx="4732020" cy="2827868"/>
          </a:xfrm>
          <a:prstGeom prst="rect">
            <a:avLst/>
          </a:prstGeom>
        </p:spPr>
        <p:txBody>
          <a:bodyPr vert="horz" lIns="91440" tIns="45720" rIns="91440" bIns="45720" rtlCol="0" anchor="ctr">
            <a:normAutofit/>
          </a:bodyPr>
          <a:lstStyle/>
          <a:p>
            <a:r>
              <a:rPr lang="en-US"/>
              <a:t>Click to edit Master title style</a:t>
            </a:r>
            <a:endParaRPr lang="en-ID"/>
          </a:p>
        </p:txBody>
      </p:sp>
      <p:sp>
        <p:nvSpPr>
          <p:cNvPr id="3" name="Text Placeholder 2">
            <a:extLst>
              <a:ext uri="{FF2B5EF4-FFF2-40B4-BE49-F238E27FC236}">
                <a16:creationId xmlns:a16="http://schemas.microsoft.com/office/drawing/2014/main" id="{7411E32C-5D7D-2A0A-E9F3-4B960DED2270}"/>
              </a:ext>
            </a:extLst>
          </p:cNvPr>
          <p:cNvSpPr>
            <a:spLocks noGrp="1"/>
          </p:cNvSpPr>
          <p:nvPr>
            <p:ph type="body" idx="1"/>
          </p:nvPr>
        </p:nvSpPr>
        <p:spPr>
          <a:xfrm>
            <a:off x="377190" y="3894667"/>
            <a:ext cx="4732020" cy="928285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4" name="Date Placeholder 3">
            <a:extLst>
              <a:ext uri="{FF2B5EF4-FFF2-40B4-BE49-F238E27FC236}">
                <a16:creationId xmlns:a16="http://schemas.microsoft.com/office/drawing/2014/main" id="{AA931D6E-7F01-E9D0-D3A9-28EA55B49262}"/>
              </a:ext>
            </a:extLst>
          </p:cNvPr>
          <p:cNvSpPr>
            <a:spLocks noGrp="1"/>
          </p:cNvSpPr>
          <p:nvPr>
            <p:ph type="dt" sz="half" idx="2"/>
          </p:nvPr>
        </p:nvSpPr>
        <p:spPr>
          <a:xfrm>
            <a:off x="377190" y="13560217"/>
            <a:ext cx="1234440" cy="778933"/>
          </a:xfrm>
          <a:prstGeom prst="rect">
            <a:avLst/>
          </a:prstGeom>
        </p:spPr>
        <p:txBody>
          <a:bodyPr vert="horz" lIns="91440" tIns="45720" rIns="91440" bIns="45720" rtlCol="0" anchor="ctr"/>
          <a:lstStyle>
            <a:lvl1pPr algn="l">
              <a:defRPr sz="540">
                <a:solidFill>
                  <a:schemeClr val="tx1">
                    <a:tint val="75000"/>
                  </a:schemeClr>
                </a:solidFill>
              </a:defRPr>
            </a:lvl1pPr>
          </a:lstStyle>
          <a:p>
            <a:fld id="{746A3A81-77E4-4562-B071-7D73EF0BEF94}" type="datetimeFigureOut">
              <a:rPr lang="en-ID" smtClean="0"/>
              <a:t>07/06/2026</a:t>
            </a:fld>
            <a:endParaRPr lang="en-ID"/>
          </a:p>
        </p:txBody>
      </p:sp>
      <p:sp>
        <p:nvSpPr>
          <p:cNvPr id="5" name="Footer Placeholder 4">
            <a:extLst>
              <a:ext uri="{FF2B5EF4-FFF2-40B4-BE49-F238E27FC236}">
                <a16:creationId xmlns:a16="http://schemas.microsoft.com/office/drawing/2014/main" id="{1BBF0D7D-57D5-DCDA-3E35-286B65312B3A}"/>
              </a:ext>
            </a:extLst>
          </p:cNvPr>
          <p:cNvSpPr>
            <a:spLocks noGrp="1"/>
          </p:cNvSpPr>
          <p:nvPr>
            <p:ph type="ftr" sz="quarter" idx="3"/>
          </p:nvPr>
        </p:nvSpPr>
        <p:spPr>
          <a:xfrm>
            <a:off x="1817370" y="13560217"/>
            <a:ext cx="1851660" cy="778933"/>
          </a:xfrm>
          <a:prstGeom prst="rect">
            <a:avLst/>
          </a:prstGeom>
        </p:spPr>
        <p:txBody>
          <a:bodyPr vert="horz" lIns="91440" tIns="45720" rIns="91440" bIns="45720" rtlCol="0" anchor="ctr"/>
          <a:lstStyle>
            <a:lvl1pPr algn="ctr">
              <a:defRPr sz="540">
                <a:solidFill>
                  <a:schemeClr val="tx1">
                    <a:tint val="75000"/>
                  </a:schemeClr>
                </a:solidFill>
              </a:defRPr>
            </a:lvl1pPr>
          </a:lstStyle>
          <a:p>
            <a:endParaRPr lang="en-ID"/>
          </a:p>
        </p:txBody>
      </p:sp>
      <p:sp>
        <p:nvSpPr>
          <p:cNvPr id="6" name="Slide Number Placeholder 5">
            <a:extLst>
              <a:ext uri="{FF2B5EF4-FFF2-40B4-BE49-F238E27FC236}">
                <a16:creationId xmlns:a16="http://schemas.microsoft.com/office/drawing/2014/main" id="{CC838FE7-38D0-AEBA-E134-1F4C16AF8590}"/>
              </a:ext>
            </a:extLst>
          </p:cNvPr>
          <p:cNvSpPr>
            <a:spLocks noGrp="1"/>
          </p:cNvSpPr>
          <p:nvPr>
            <p:ph type="sldNum" sz="quarter" idx="4"/>
          </p:nvPr>
        </p:nvSpPr>
        <p:spPr>
          <a:xfrm>
            <a:off x="3874770" y="13560217"/>
            <a:ext cx="1234440" cy="778933"/>
          </a:xfrm>
          <a:prstGeom prst="rect">
            <a:avLst/>
          </a:prstGeom>
        </p:spPr>
        <p:txBody>
          <a:bodyPr vert="horz" lIns="91440" tIns="45720" rIns="91440" bIns="45720" rtlCol="0" anchor="ctr"/>
          <a:lstStyle>
            <a:lvl1pPr algn="r">
              <a:defRPr sz="540">
                <a:solidFill>
                  <a:schemeClr val="tx1">
                    <a:tint val="75000"/>
                  </a:schemeClr>
                </a:solidFill>
              </a:defRPr>
            </a:lvl1pPr>
          </a:lstStyle>
          <a:p>
            <a:fld id="{76952C64-554B-4764-8B26-05B2A5447966}" type="slidenum">
              <a:rPr lang="en-ID" smtClean="0"/>
              <a:t>‹#›</a:t>
            </a:fld>
            <a:endParaRPr lang="en-ID"/>
          </a:p>
        </p:txBody>
      </p:sp>
    </p:spTree>
    <p:extLst>
      <p:ext uri="{BB962C8B-B14F-4D97-AF65-F5344CB8AC3E}">
        <p14:creationId xmlns:p14="http://schemas.microsoft.com/office/powerpoint/2010/main" val="555899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11480" rtl="0" eaLnBrk="1" latinLnBrk="0" hangingPunct="1">
        <a:lnSpc>
          <a:spcPct val="90000"/>
        </a:lnSpc>
        <a:spcBef>
          <a:spcPct val="0"/>
        </a:spcBef>
        <a:buNone/>
        <a:defRPr sz="1980" kern="1200">
          <a:solidFill>
            <a:schemeClr val="tx1"/>
          </a:solidFill>
          <a:latin typeface="+mj-lt"/>
          <a:ea typeface="+mj-ea"/>
          <a:cs typeface="+mj-cs"/>
        </a:defRPr>
      </a:lvl1pPr>
    </p:titleStyle>
    <p:bodyStyle>
      <a:lvl1pPr marL="102870" indent="-102870" algn="l" defTabSz="411480" rtl="0" eaLnBrk="1" latinLnBrk="0" hangingPunct="1">
        <a:lnSpc>
          <a:spcPct val="90000"/>
        </a:lnSpc>
        <a:spcBef>
          <a:spcPts val="450"/>
        </a:spcBef>
        <a:buFont typeface="Arial" panose="020B0604020202020204" pitchFamily="34" charset="0"/>
        <a:buChar char="•"/>
        <a:defRPr sz="1260" kern="1200">
          <a:solidFill>
            <a:schemeClr val="tx1"/>
          </a:solidFill>
          <a:latin typeface="+mn-lt"/>
          <a:ea typeface="+mn-ea"/>
          <a:cs typeface="+mn-cs"/>
        </a:defRPr>
      </a:lvl1pPr>
      <a:lvl2pPr marL="308610" indent="-102870" algn="l" defTabSz="411480" rtl="0" eaLnBrk="1" latinLnBrk="0" hangingPunct="1">
        <a:lnSpc>
          <a:spcPct val="90000"/>
        </a:lnSpc>
        <a:spcBef>
          <a:spcPts val="225"/>
        </a:spcBef>
        <a:buFont typeface="Arial" panose="020B0604020202020204" pitchFamily="34" charset="0"/>
        <a:buChar char="•"/>
        <a:defRPr sz="1080" kern="1200">
          <a:solidFill>
            <a:schemeClr val="tx1"/>
          </a:solidFill>
          <a:latin typeface="+mn-lt"/>
          <a:ea typeface="+mn-ea"/>
          <a:cs typeface="+mn-cs"/>
        </a:defRPr>
      </a:lvl2pPr>
      <a:lvl3pPr marL="514350" indent="-102870" algn="l" defTabSz="411480" rtl="0" eaLnBrk="1" latinLnBrk="0" hangingPunct="1">
        <a:lnSpc>
          <a:spcPct val="90000"/>
        </a:lnSpc>
        <a:spcBef>
          <a:spcPts val="225"/>
        </a:spcBef>
        <a:buFont typeface="Arial" panose="020B0604020202020204" pitchFamily="34" charset="0"/>
        <a:buChar char="•"/>
        <a:defRPr sz="900" kern="1200">
          <a:solidFill>
            <a:schemeClr val="tx1"/>
          </a:solidFill>
          <a:latin typeface="+mn-lt"/>
          <a:ea typeface="+mn-ea"/>
          <a:cs typeface="+mn-cs"/>
        </a:defRPr>
      </a:lvl3pPr>
      <a:lvl4pPr marL="720090" indent="-102870" algn="l" defTabSz="411480" rtl="0" eaLnBrk="1" latinLnBrk="0" hangingPunct="1">
        <a:lnSpc>
          <a:spcPct val="90000"/>
        </a:lnSpc>
        <a:spcBef>
          <a:spcPts val="225"/>
        </a:spcBef>
        <a:buFont typeface="Arial" panose="020B0604020202020204" pitchFamily="34" charset="0"/>
        <a:buChar char="•"/>
        <a:defRPr sz="810" kern="1200">
          <a:solidFill>
            <a:schemeClr val="tx1"/>
          </a:solidFill>
          <a:latin typeface="+mn-lt"/>
          <a:ea typeface="+mn-ea"/>
          <a:cs typeface="+mn-cs"/>
        </a:defRPr>
      </a:lvl4pPr>
      <a:lvl5pPr marL="925830" indent="-102870" algn="l" defTabSz="411480" rtl="0" eaLnBrk="1" latinLnBrk="0" hangingPunct="1">
        <a:lnSpc>
          <a:spcPct val="90000"/>
        </a:lnSpc>
        <a:spcBef>
          <a:spcPts val="225"/>
        </a:spcBef>
        <a:buFont typeface="Arial" panose="020B0604020202020204" pitchFamily="34" charset="0"/>
        <a:buChar char="•"/>
        <a:defRPr sz="810" kern="1200">
          <a:solidFill>
            <a:schemeClr val="tx1"/>
          </a:solidFill>
          <a:latin typeface="+mn-lt"/>
          <a:ea typeface="+mn-ea"/>
          <a:cs typeface="+mn-cs"/>
        </a:defRPr>
      </a:lvl5pPr>
      <a:lvl6pPr marL="1131570" indent="-102870" algn="l" defTabSz="411480" rtl="0" eaLnBrk="1" latinLnBrk="0" hangingPunct="1">
        <a:lnSpc>
          <a:spcPct val="90000"/>
        </a:lnSpc>
        <a:spcBef>
          <a:spcPts val="225"/>
        </a:spcBef>
        <a:buFont typeface="Arial" panose="020B0604020202020204" pitchFamily="34" charset="0"/>
        <a:buChar char="•"/>
        <a:defRPr sz="810" kern="1200">
          <a:solidFill>
            <a:schemeClr val="tx1"/>
          </a:solidFill>
          <a:latin typeface="+mn-lt"/>
          <a:ea typeface="+mn-ea"/>
          <a:cs typeface="+mn-cs"/>
        </a:defRPr>
      </a:lvl6pPr>
      <a:lvl7pPr marL="1337310" indent="-102870" algn="l" defTabSz="411480" rtl="0" eaLnBrk="1" latinLnBrk="0" hangingPunct="1">
        <a:lnSpc>
          <a:spcPct val="90000"/>
        </a:lnSpc>
        <a:spcBef>
          <a:spcPts val="225"/>
        </a:spcBef>
        <a:buFont typeface="Arial" panose="020B0604020202020204" pitchFamily="34" charset="0"/>
        <a:buChar char="•"/>
        <a:defRPr sz="810" kern="1200">
          <a:solidFill>
            <a:schemeClr val="tx1"/>
          </a:solidFill>
          <a:latin typeface="+mn-lt"/>
          <a:ea typeface="+mn-ea"/>
          <a:cs typeface="+mn-cs"/>
        </a:defRPr>
      </a:lvl7pPr>
      <a:lvl8pPr marL="1543050" indent="-102870" algn="l" defTabSz="411480" rtl="0" eaLnBrk="1" latinLnBrk="0" hangingPunct="1">
        <a:lnSpc>
          <a:spcPct val="90000"/>
        </a:lnSpc>
        <a:spcBef>
          <a:spcPts val="225"/>
        </a:spcBef>
        <a:buFont typeface="Arial" panose="020B0604020202020204" pitchFamily="34" charset="0"/>
        <a:buChar char="•"/>
        <a:defRPr sz="810" kern="1200">
          <a:solidFill>
            <a:schemeClr val="tx1"/>
          </a:solidFill>
          <a:latin typeface="+mn-lt"/>
          <a:ea typeface="+mn-ea"/>
          <a:cs typeface="+mn-cs"/>
        </a:defRPr>
      </a:lvl8pPr>
      <a:lvl9pPr marL="1748790" indent="-102870" algn="l" defTabSz="411480" rtl="0" eaLnBrk="1" latinLnBrk="0" hangingPunct="1">
        <a:lnSpc>
          <a:spcPct val="90000"/>
        </a:lnSpc>
        <a:spcBef>
          <a:spcPts val="225"/>
        </a:spcBef>
        <a:buFont typeface="Arial" panose="020B0604020202020204" pitchFamily="34" charset="0"/>
        <a:buChar char="•"/>
        <a:defRPr sz="810" kern="1200">
          <a:solidFill>
            <a:schemeClr val="tx1"/>
          </a:solidFill>
          <a:latin typeface="+mn-lt"/>
          <a:ea typeface="+mn-ea"/>
          <a:cs typeface="+mn-cs"/>
        </a:defRPr>
      </a:lvl9pPr>
    </p:bodyStyle>
    <p:otherStyle>
      <a:defPPr>
        <a:defRPr lang="en-US"/>
      </a:defPPr>
      <a:lvl1pPr marL="0" algn="l" defTabSz="411480" rtl="0" eaLnBrk="1" latinLnBrk="0" hangingPunct="1">
        <a:defRPr sz="810" kern="1200">
          <a:solidFill>
            <a:schemeClr val="tx1"/>
          </a:solidFill>
          <a:latin typeface="+mn-lt"/>
          <a:ea typeface="+mn-ea"/>
          <a:cs typeface="+mn-cs"/>
        </a:defRPr>
      </a:lvl1pPr>
      <a:lvl2pPr marL="205740" algn="l" defTabSz="411480" rtl="0" eaLnBrk="1" latinLnBrk="0" hangingPunct="1">
        <a:defRPr sz="810" kern="1200">
          <a:solidFill>
            <a:schemeClr val="tx1"/>
          </a:solidFill>
          <a:latin typeface="+mn-lt"/>
          <a:ea typeface="+mn-ea"/>
          <a:cs typeface="+mn-cs"/>
        </a:defRPr>
      </a:lvl2pPr>
      <a:lvl3pPr marL="411480" algn="l" defTabSz="411480" rtl="0" eaLnBrk="1" latinLnBrk="0" hangingPunct="1">
        <a:defRPr sz="810" kern="1200">
          <a:solidFill>
            <a:schemeClr val="tx1"/>
          </a:solidFill>
          <a:latin typeface="+mn-lt"/>
          <a:ea typeface="+mn-ea"/>
          <a:cs typeface="+mn-cs"/>
        </a:defRPr>
      </a:lvl3pPr>
      <a:lvl4pPr marL="617220" algn="l" defTabSz="411480" rtl="0" eaLnBrk="1" latinLnBrk="0" hangingPunct="1">
        <a:defRPr sz="810" kern="1200">
          <a:solidFill>
            <a:schemeClr val="tx1"/>
          </a:solidFill>
          <a:latin typeface="+mn-lt"/>
          <a:ea typeface="+mn-ea"/>
          <a:cs typeface="+mn-cs"/>
        </a:defRPr>
      </a:lvl4pPr>
      <a:lvl5pPr marL="822960" algn="l" defTabSz="411480" rtl="0" eaLnBrk="1" latinLnBrk="0" hangingPunct="1">
        <a:defRPr sz="810" kern="1200">
          <a:solidFill>
            <a:schemeClr val="tx1"/>
          </a:solidFill>
          <a:latin typeface="+mn-lt"/>
          <a:ea typeface="+mn-ea"/>
          <a:cs typeface="+mn-cs"/>
        </a:defRPr>
      </a:lvl5pPr>
      <a:lvl6pPr marL="1028700" algn="l" defTabSz="411480" rtl="0" eaLnBrk="1" latinLnBrk="0" hangingPunct="1">
        <a:defRPr sz="810" kern="1200">
          <a:solidFill>
            <a:schemeClr val="tx1"/>
          </a:solidFill>
          <a:latin typeface="+mn-lt"/>
          <a:ea typeface="+mn-ea"/>
          <a:cs typeface="+mn-cs"/>
        </a:defRPr>
      </a:lvl6pPr>
      <a:lvl7pPr marL="1234440" algn="l" defTabSz="411480" rtl="0" eaLnBrk="1" latinLnBrk="0" hangingPunct="1">
        <a:defRPr sz="810" kern="1200">
          <a:solidFill>
            <a:schemeClr val="tx1"/>
          </a:solidFill>
          <a:latin typeface="+mn-lt"/>
          <a:ea typeface="+mn-ea"/>
          <a:cs typeface="+mn-cs"/>
        </a:defRPr>
      </a:lvl7pPr>
      <a:lvl8pPr marL="1440180" algn="l" defTabSz="411480" rtl="0" eaLnBrk="1" latinLnBrk="0" hangingPunct="1">
        <a:defRPr sz="810" kern="1200">
          <a:solidFill>
            <a:schemeClr val="tx1"/>
          </a:solidFill>
          <a:latin typeface="+mn-lt"/>
          <a:ea typeface="+mn-ea"/>
          <a:cs typeface="+mn-cs"/>
        </a:defRPr>
      </a:lvl8pPr>
      <a:lvl9pPr marL="1645920" algn="l" defTabSz="411480" rtl="0" eaLnBrk="1" latinLnBrk="0" hangingPunct="1">
        <a:defRPr sz="8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2107D4-2B8A-A6BB-6B78-E8E78EABBA6C}"/>
              </a:ext>
            </a:extLst>
          </p:cNvPr>
          <p:cNvSpPr/>
          <p:nvPr/>
        </p:nvSpPr>
        <p:spPr>
          <a:xfrm>
            <a:off x="0" y="0"/>
            <a:ext cx="5486400" cy="82296"/>
          </a:xfrm>
          <a:prstGeom prst="rect">
            <a:avLst/>
          </a:prstGeom>
          <a:gradFill flip="none" rotWithShape="1">
            <a:gsLst>
              <a:gs pos="0">
                <a:srgbClr val="FEB800"/>
              </a:gs>
              <a:gs pos="100000">
                <a:srgbClr val="FFFFFF"/>
              </a:gs>
            </a:gsLst>
            <a:lin ang="54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 name="Oval 2">
            <a:extLst>
              <a:ext uri="{FF2B5EF4-FFF2-40B4-BE49-F238E27FC236}">
                <a16:creationId xmlns:a16="http://schemas.microsoft.com/office/drawing/2014/main" id="{0691F748-707F-8E50-483B-2A37108CB816}"/>
              </a:ext>
            </a:extLst>
          </p:cNvPr>
          <p:cNvSpPr/>
          <p:nvPr/>
        </p:nvSpPr>
        <p:spPr>
          <a:xfrm>
            <a:off x="3675888" y="109728"/>
            <a:ext cx="1508760" cy="914400"/>
          </a:xfrm>
          <a:prstGeom prst="ellipse">
            <a:avLst/>
          </a:prstGeom>
          <a:noFill/>
          <a:ln w="152400" cap="flat" cmpd="sng" algn="ctr">
            <a:solidFill>
              <a:srgbClr val="FEB800">
                <a:alpha val="92000"/>
              </a:srgb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Oval 3">
            <a:extLst>
              <a:ext uri="{FF2B5EF4-FFF2-40B4-BE49-F238E27FC236}">
                <a16:creationId xmlns:a16="http://schemas.microsoft.com/office/drawing/2014/main" id="{58FC79CE-5C45-F5D0-FD00-626FFB936A6B}"/>
              </a:ext>
            </a:extLst>
          </p:cNvPr>
          <p:cNvSpPr/>
          <p:nvPr/>
        </p:nvSpPr>
        <p:spPr>
          <a:xfrm>
            <a:off x="3867912" y="228600"/>
            <a:ext cx="1298448" cy="749808"/>
          </a:xfrm>
          <a:prstGeom prst="ellipse">
            <a:avLst/>
          </a:prstGeom>
          <a:noFill/>
          <a:ln w="63500" cap="flat" cmpd="sng" algn="ctr">
            <a:solidFill>
              <a:srgbClr val="E27200"/>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Oval 4">
            <a:extLst>
              <a:ext uri="{FF2B5EF4-FFF2-40B4-BE49-F238E27FC236}">
                <a16:creationId xmlns:a16="http://schemas.microsoft.com/office/drawing/2014/main" id="{0AC1F4AA-A94F-C90D-68D0-084272DBF6F2}"/>
              </a:ext>
            </a:extLst>
          </p:cNvPr>
          <p:cNvSpPr/>
          <p:nvPr/>
        </p:nvSpPr>
        <p:spPr>
          <a:xfrm>
            <a:off x="4956048" y="182880"/>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 name="Oval 5">
            <a:extLst>
              <a:ext uri="{FF2B5EF4-FFF2-40B4-BE49-F238E27FC236}">
                <a16:creationId xmlns:a16="http://schemas.microsoft.com/office/drawing/2014/main" id="{D7944DD0-B26E-10A3-5717-FC06B6ECA024}"/>
              </a:ext>
            </a:extLst>
          </p:cNvPr>
          <p:cNvSpPr/>
          <p:nvPr/>
        </p:nvSpPr>
        <p:spPr>
          <a:xfrm>
            <a:off x="5065776" y="182880"/>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 name="Oval 6">
            <a:extLst>
              <a:ext uri="{FF2B5EF4-FFF2-40B4-BE49-F238E27FC236}">
                <a16:creationId xmlns:a16="http://schemas.microsoft.com/office/drawing/2014/main" id="{DB5B1C48-3AAB-7758-6211-2AEC92DD137C}"/>
              </a:ext>
            </a:extLst>
          </p:cNvPr>
          <p:cNvSpPr/>
          <p:nvPr/>
        </p:nvSpPr>
        <p:spPr>
          <a:xfrm>
            <a:off x="5175504" y="182880"/>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 name="Oval 7">
            <a:extLst>
              <a:ext uri="{FF2B5EF4-FFF2-40B4-BE49-F238E27FC236}">
                <a16:creationId xmlns:a16="http://schemas.microsoft.com/office/drawing/2014/main" id="{1FEBA04E-4E14-2B0D-3356-133898F1F807}"/>
              </a:ext>
            </a:extLst>
          </p:cNvPr>
          <p:cNvSpPr/>
          <p:nvPr/>
        </p:nvSpPr>
        <p:spPr>
          <a:xfrm>
            <a:off x="5285232" y="182880"/>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 name="Oval 8">
            <a:extLst>
              <a:ext uri="{FF2B5EF4-FFF2-40B4-BE49-F238E27FC236}">
                <a16:creationId xmlns:a16="http://schemas.microsoft.com/office/drawing/2014/main" id="{2BCC03BD-076E-0AC1-B610-A33496726D65}"/>
              </a:ext>
            </a:extLst>
          </p:cNvPr>
          <p:cNvSpPr/>
          <p:nvPr/>
        </p:nvSpPr>
        <p:spPr>
          <a:xfrm>
            <a:off x="4956048" y="292608"/>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 name="Oval 9">
            <a:extLst>
              <a:ext uri="{FF2B5EF4-FFF2-40B4-BE49-F238E27FC236}">
                <a16:creationId xmlns:a16="http://schemas.microsoft.com/office/drawing/2014/main" id="{C26D86EC-2B48-E7B0-0EC6-3C41D96E6B55}"/>
              </a:ext>
            </a:extLst>
          </p:cNvPr>
          <p:cNvSpPr/>
          <p:nvPr/>
        </p:nvSpPr>
        <p:spPr>
          <a:xfrm>
            <a:off x="5065776" y="292608"/>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 name="Oval 10">
            <a:extLst>
              <a:ext uri="{FF2B5EF4-FFF2-40B4-BE49-F238E27FC236}">
                <a16:creationId xmlns:a16="http://schemas.microsoft.com/office/drawing/2014/main" id="{31D661FD-54B4-CDE1-6717-6F3C29636732}"/>
              </a:ext>
            </a:extLst>
          </p:cNvPr>
          <p:cNvSpPr/>
          <p:nvPr/>
        </p:nvSpPr>
        <p:spPr>
          <a:xfrm>
            <a:off x="5175504" y="292608"/>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 name="Oval 11">
            <a:extLst>
              <a:ext uri="{FF2B5EF4-FFF2-40B4-BE49-F238E27FC236}">
                <a16:creationId xmlns:a16="http://schemas.microsoft.com/office/drawing/2014/main" id="{8E500A36-DC4B-52E6-6638-FFC0C04C96D4}"/>
              </a:ext>
            </a:extLst>
          </p:cNvPr>
          <p:cNvSpPr/>
          <p:nvPr/>
        </p:nvSpPr>
        <p:spPr>
          <a:xfrm>
            <a:off x="5285232" y="292608"/>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 name="Oval 12">
            <a:extLst>
              <a:ext uri="{FF2B5EF4-FFF2-40B4-BE49-F238E27FC236}">
                <a16:creationId xmlns:a16="http://schemas.microsoft.com/office/drawing/2014/main" id="{CA73E070-CA5F-726F-BCC2-3BB16487C148}"/>
              </a:ext>
            </a:extLst>
          </p:cNvPr>
          <p:cNvSpPr/>
          <p:nvPr/>
        </p:nvSpPr>
        <p:spPr>
          <a:xfrm>
            <a:off x="4956048" y="402336"/>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 name="Oval 13">
            <a:extLst>
              <a:ext uri="{FF2B5EF4-FFF2-40B4-BE49-F238E27FC236}">
                <a16:creationId xmlns:a16="http://schemas.microsoft.com/office/drawing/2014/main" id="{CA65E397-5533-A7D6-28BB-E3DCE55C30B3}"/>
              </a:ext>
            </a:extLst>
          </p:cNvPr>
          <p:cNvSpPr/>
          <p:nvPr/>
        </p:nvSpPr>
        <p:spPr>
          <a:xfrm>
            <a:off x="5065776" y="402336"/>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Oval 14">
            <a:extLst>
              <a:ext uri="{FF2B5EF4-FFF2-40B4-BE49-F238E27FC236}">
                <a16:creationId xmlns:a16="http://schemas.microsoft.com/office/drawing/2014/main" id="{B37F3600-EC9A-B349-33C7-36D27475EDE0}"/>
              </a:ext>
            </a:extLst>
          </p:cNvPr>
          <p:cNvSpPr/>
          <p:nvPr/>
        </p:nvSpPr>
        <p:spPr>
          <a:xfrm>
            <a:off x="5175504" y="402336"/>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 name="Oval 15">
            <a:extLst>
              <a:ext uri="{FF2B5EF4-FFF2-40B4-BE49-F238E27FC236}">
                <a16:creationId xmlns:a16="http://schemas.microsoft.com/office/drawing/2014/main" id="{50D59359-76B5-9851-B972-6CBB5FAF4333}"/>
              </a:ext>
            </a:extLst>
          </p:cNvPr>
          <p:cNvSpPr/>
          <p:nvPr/>
        </p:nvSpPr>
        <p:spPr>
          <a:xfrm>
            <a:off x="5285232" y="402336"/>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Oval 16">
            <a:extLst>
              <a:ext uri="{FF2B5EF4-FFF2-40B4-BE49-F238E27FC236}">
                <a16:creationId xmlns:a16="http://schemas.microsoft.com/office/drawing/2014/main" id="{C831E925-067C-B430-CB84-2DC6BEF0D891}"/>
              </a:ext>
            </a:extLst>
          </p:cNvPr>
          <p:cNvSpPr/>
          <p:nvPr/>
        </p:nvSpPr>
        <p:spPr>
          <a:xfrm>
            <a:off x="4956048" y="512064"/>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 name="Oval 17">
            <a:extLst>
              <a:ext uri="{FF2B5EF4-FFF2-40B4-BE49-F238E27FC236}">
                <a16:creationId xmlns:a16="http://schemas.microsoft.com/office/drawing/2014/main" id="{BCAB91C2-58E8-4CFE-3FE3-AE2FAF20BB2D}"/>
              </a:ext>
            </a:extLst>
          </p:cNvPr>
          <p:cNvSpPr/>
          <p:nvPr/>
        </p:nvSpPr>
        <p:spPr>
          <a:xfrm>
            <a:off x="5065776" y="512064"/>
            <a:ext cx="22860" cy="22860"/>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20" name="Picture 19">
            <a:extLst>
              <a:ext uri="{FF2B5EF4-FFF2-40B4-BE49-F238E27FC236}">
                <a16:creationId xmlns:a16="http://schemas.microsoft.com/office/drawing/2014/main" id="{70F203CB-40E3-B37D-D253-319D95391C9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74320" y="230632"/>
            <a:ext cx="1417320" cy="251968"/>
          </a:xfrm>
          <a:prstGeom prst="rect">
            <a:avLst/>
          </a:prstGeom>
        </p:spPr>
      </p:pic>
      <p:sp>
        <p:nvSpPr>
          <p:cNvPr id="21" name="TextBox 20">
            <a:extLst>
              <a:ext uri="{FF2B5EF4-FFF2-40B4-BE49-F238E27FC236}">
                <a16:creationId xmlns:a16="http://schemas.microsoft.com/office/drawing/2014/main" id="{36CC415B-320D-0CDF-27C4-DE70554049A7}"/>
              </a:ext>
            </a:extLst>
          </p:cNvPr>
          <p:cNvSpPr txBox="1"/>
          <p:nvPr/>
        </p:nvSpPr>
        <p:spPr>
          <a:xfrm>
            <a:off x="274320" y="608244"/>
            <a:ext cx="1645920" cy="84639"/>
          </a:xfrm>
          <a:prstGeom prst="rect">
            <a:avLst/>
          </a:prstGeom>
          <a:noFill/>
        </p:spPr>
        <p:txBody>
          <a:bodyPr vert="horz" wrap="square" lIns="0" tIns="0" rIns="0" bIns="0" rtlCol="0" anchor="ctr">
            <a:spAutoFit/>
          </a:bodyPr>
          <a:lstStyle/>
          <a:p>
            <a:r>
              <a:rPr lang="en-ID" sz="550" b="1">
                <a:solidFill>
                  <a:srgbClr val="BB4D00"/>
                </a:solidFill>
                <a:latin typeface="Aptos" panose="020B0004020202020204" pitchFamily="34" charset="0"/>
              </a:rPr>
              <a:t>MONITORING KLUSTER ANALITIK</a:t>
            </a:r>
          </a:p>
        </p:txBody>
      </p:sp>
      <p:pic>
        <p:nvPicPr>
          <p:cNvPr id="23" name="Picture 22">
            <a:extLst>
              <a:ext uri="{FF2B5EF4-FFF2-40B4-BE49-F238E27FC236}">
                <a16:creationId xmlns:a16="http://schemas.microsoft.com/office/drawing/2014/main" id="{0AE26EDE-1ADF-9A33-BA6D-6D07914A530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462272" y="182880"/>
            <a:ext cx="365760" cy="365760"/>
          </a:xfrm>
          <a:prstGeom prst="rect">
            <a:avLst/>
          </a:prstGeom>
        </p:spPr>
      </p:pic>
      <p:pic>
        <p:nvPicPr>
          <p:cNvPr id="25" name="Picture 24">
            <a:extLst>
              <a:ext uri="{FF2B5EF4-FFF2-40B4-BE49-F238E27FC236}">
                <a16:creationId xmlns:a16="http://schemas.microsoft.com/office/drawing/2014/main" id="{ABC355BF-BF77-ED00-20E1-AA2857AD847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864608" y="246031"/>
            <a:ext cx="393192" cy="221171"/>
          </a:xfrm>
          <a:prstGeom prst="rect">
            <a:avLst/>
          </a:prstGeom>
        </p:spPr>
      </p:pic>
      <p:sp>
        <p:nvSpPr>
          <p:cNvPr id="26" name="TextBox 25">
            <a:extLst>
              <a:ext uri="{FF2B5EF4-FFF2-40B4-BE49-F238E27FC236}">
                <a16:creationId xmlns:a16="http://schemas.microsoft.com/office/drawing/2014/main" id="{2A7D9196-1BB6-E6BA-782A-F768D241B850}"/>
              </a:ext>
            </a:extLst>
          </p:cNvPr>
          <p:cNvSpPr txBox="1"/>
          <p:nvPr/>
        </p:nvSpPr>
        <p:spPr>
          <a:xfrm>
            <a:off x="1828800" y="330936"/>
            <a:ext cx="2468880" cy="72327"/>
          </a:xfrm>
          <a:prstGeom prst="rect">
            <a:avLst/>
          </a:prstGeom>
          <a:noFill/>
        </p:spPr>
        <p:txBody>
          <a:bodyPr vert="horz" wrap="square" lIns="0" tIns="0" rIns="0" bIns="0" rtlCol="0" anchor="ctr">
            <a:spAutoFit/>
          </a:bodyPr>
          <a:lstStyle/>
          <a:p>
            <a:pPr algn="r"/>
            <a:r>
              <a:rPr lang="en-ID" sz="470" b="1">
                <a:solidFill>
                  <a:srgbClr val="17233C"/>
                </a:solidFill>
                <a:latin typeface="Aptos" panose="020B0004020202020204" pitchFamily="34" charset="0"/>
              </a:rPr>
              <a:t>DEPARTEMEN INFORMATIKA | FSM | UNIVERSITAS DIPONEGORO</a:t>
            </a:r>
          </a:p>
        </p:txBody>
      </p:sp>
      <p:sp>
        <p:nvSpPr>
          <p:cNvPr id="27" name="Rectangle: Rounded Corners 26">
            <a:extLst>
              <a:ext uri="{FF2B5EF4-FFF2-40B4-BE49-F238E27FC236}">
                <a16:creationId xmlns:a16="http://schemas.microsoft.com/office/drawing/2014/main" id="{422D3E5B-7A88-DE79-A8BF-79A6A3775E6B}"/>
              </a:ext>
            </a:extLst>
          </p:cNvPr>
          <p:cNvSpPr/>
          <p:nvPr/>
        </p:nvSpPr>
        <p:spPr>
          <a:xfrm>
            <a:off x="274320" y="822960"/>
            <a:ext cx="1280160" cy="256032"/>
          </a:xfrm>
          <a:prstGeom prst="roundRect">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8" name="TextBox 27">
            <a:extLst>
              <a:ext uri="{FF2B5EF4-FFF2-40B4-BE49-F238E27FC236}">
                <a16:creationId xmlns:a16="http://schemas.microsoft.com/office/drawing/2014/main" id="{03B1AE71-F4AB-1FB3-92F5-E80D95A1E961}"/>
              </a:ext>
            </a:extLst>
          </p:cNvPr>
          <p:cNvSpPr txBox="1"/>
          <p:nvPr/>
        </p:nvSpPr>
        <p:spPr>
          <a:xfrm>
            <a:off x="274320" y="922129"/>
            <a:ext cx="1280160" cy="96950"/>
          </a:xfrm>
          <a:prstGeom prst="rect">
            <a:avLst/>
          </a:prstGeom>
          <a:noFill/>
        </p:spPr>
        <p:txBody>
          <a:bodyPr vert="horz" wrap="square" lIns="0" tIns="0" rIns="0" bIns="0" rtlCol="0" anchor="ctr">
            <a:spAutoFit/>
          </a:bodyPr>
          <a:lstStyle/>
          <a:p>
            <a:pPr algn="ctr"/>
            <a:r>
              <a:rPr lang="en-ID" sz="630" b="1">
                <a:solidFill>
                  <a:srgbClr val="FFFFFF"/>
                </a:solidFill>
                <a:latin typeface="Aptos" panose="020B0004020202020204" pitchFamily="34" charset="0"/>
              </a:rPr>
              <a:t>PROYEK PKL / EXPO</a:t>
            </a:r>
          </a:p>
        </p:txBody>
      </p:sp>
      <p:sp>
        <p:nvSpPr>
          <p:cNvPr id="29" name="TextBox 28">
            <a:extLst>
              <a:ext uri="{FF2B5EF4-FFF2-40B4-BE49-F238E27FC236}">
                <a16:creationId xmlns:a16="http://schemas.microsoft.com/office/drawing/2014/main" id="{4B126A74-4C7D-8841-1E98-A92AA2FCA825}"/>
              </a:ext>
            </a:extLst>
          </p:cNvPr>
          <p:cNvSpPr txBox="1"/>
          <p:nvPr/>
        </p:nvSpPr>
        <p:spPr>
          <a:xfrm>
            <a:off x="274320" y="1006397"/>
            <a:ext cx="2331720" cy="477054"/>
          </a:xfrm>
          <a:prstGeom prst="rect">
            <a:avLst/>
          </a:prstGeom>
          <a:noFill/>
        </p:spPr>
        <p:txBody>
          <a:bodyPr vert="horz" wrap="square" lIns="0" tIns="0" rIns="0" bIns="0" rtlCol="0" anchor="ctr">
            <a:spAutoFit/>
          </a:bodyPr>
          <a:lstStyle/>
          <a:p>
            <a:r>
              <a:rPr lang="en-ID" sz="3100" b="1">
                <a:solidFill>
                  <a:srgbClr val="17233C"/>
                </a:solidFill>
                <a:latin typeface="Aptos Display" panose="020B0004020202020204" pitchFamily="34" charset="0"/>
              </a:rPr>
              <a:t>MONIKA</a:t>
            </a:r>
          </a:p>
        </p:txBody>
      </p:sp>
      <p:sp>
        <p:nvSpPr>
          <p:cNvPr id="30" name="TextBox 29">
            <a:extLst>
              <a:ext uri="{FF2B5EF4-FFF2-40B4-BE49-F238E27FC236}">
                <a16:creationId xmlns:a16="http://schemas.microsoft.com/office/drawing/2014/main" id="{69C64D99-5714-9D86-B9B8-A0ADF1319F6E}"/>
              </a:ext>
            </a:extLst>
          </p:cNvPr>
          <p:cNvSpPr txBox="1"/>
          <p:nvPr/>
        </p:nvSpPr>
        <p:spPr>
          <a:xfrm>
            <a:off x="274320" y="1627632"/>
            <a:ext cx="2267712" cy="446276"/>
          </a:xfrm>
          <a:prstGeom prst="rect">
            <a:avLst/>
          </a:prstGeom>
          <a:noFill/>
        </p:spPr>
        <p:txBody>
          <a:bodyPr vert="horz" wrap="square" lIns="0" tIns="0" rIns="0" bIns="0" rtlCol="0" anchor="t">
            <a:spAutoFit/>
          </a:bodyPr>
          <a:lstStyle/>
          <a:p>
            <a:r>
              <a:rPr lang="en-US" sz="1450" b="1">
                <a:solidFill>
                  <a:srgbClr val="BB4D00"/>
                </a:solidFill>
                <a:latin typeface="Aptos Display" panose="020B0004020202020204" pitchFamily="34" charset="0"/>
              </a:rPr>
              <a:t>Dashboard Monitoring BIDICS BPK RI</a:t>
            </a:r>
            <a:endParaRPr lang="en-ID" sz="1450" b="1">
              <a:solidFill>
                <a:srgbClr val="BB4D00"/>
              </a:solidFill>
              <a:latin typeface="Aptos Display" panose="020B0004020202020204" pitchFamily="34" charset="0"/>
            </a:endParaRPr>
          </a:p>
        </p:txBody>
      </p:sp>
      <p:sp>
        <p:nvSpPr>
          <p:cNvPr id="31" name="TextBox 30">
            <a:extLst>
              <a:ext uri="{FF2B5EF4-FFF2-40B4-BE49-F238E27FC236}">
                <a16:creationId xmlns:a16="http://schemas.microsoft.com/office/drawing/2014/main" id="{3B6C7452-6FA9-F759-BC74-608F389E7A57}"/>
              </a:ext>
            </a:extLst>
          </p:cNvPr>
          <p:cNvSpPr txBox="1"/>
          <p:nvPr/>
        </p:nvSpPr>
        <p:spPr>
          <a:xfrm>
            <a:off x="274320" y="2084832"/>
            <a:ext cx="2286000" cy="224677"/>
          </a:xfrm>
          <a:prstGeom prst="rect">
            <a:avLst/>
          </a:prstGeom>
          <a:noFill/>
        </p:spPr>
        <p:txBody>
          <a:bodyPr vert="horz" wrap="square" lIns="0" tIns="0" rIns="0" bIns="0" rtlCol="0" anchor="t">
            <a:spAutoFit/>
          </a:bodyPr>
          <a:lstStyle/>
          <a:p>
            <a:r>
              <a:rPr lang="en-ID" sz="730">
                <a:solidFill>
                  <a:srgbClr val="6F7480"/>
                </a:solidFill>
                <a:latin typeface="Aptos" panose="020B0004020202020204" pitchFamily="34" charset="0"/>
              </a:rPr>
              <a:t>Dashboard Monitoring Aktivitas Pengguna BIDICS untuk Mendukung Analisis Penggunaan Sistem</a:t>
            </a:r>
          </a:p>
        </p:txBody>
      </p:sp>
      <p:sp>
        <p:nvSpPr>
          <p:cNvPr id="32" name="Rectangle: Rounded Corners 31">
            <a:extLst>
              <a:ext uri="{FF2B5EF4-FFF2-40B4-BE49-F238E27FC236}">
                <a16:creationId xmlns:a16="http://schemas.microsoft.com/office/drawing/2014/main" id="{6CA936B7-0A73-2332-2CFD-6CE79A06E60F}"/>
              </a:ext>
            </a:extLst>
          </p:cNvPr>
          <p:cNvSpPr/>
          <p:nvPr/>
        </p:nvSpPr>
        <p:spPr>
          <a:xfrm>
            <a:off x="2688336" y="630936"/>
            <a:ext cx="2532888" cy="1911096"/>
          </a:xfrm>
          <a:prstGeom prst="roundRect">
            <a:avLst/>
          </a:prstGeom>
          <a:solidFill>
            <a:srgbClr val="2A2B30"/>
          </a:solidFill>
          <a:ln w="8255">
            <a:solidFill>
              <a:srgbClr val="111111"/>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3" name="Rectangle: Rounded Corners 32">
            <a:extLst>
              <a:ext uri="{FF2B5EF4-FFF2-40B4-BE49-F238E27FC236}">
                <a16:creationId xmlns:a16="http://schemas.microsoft.com/office/drawing/2014/main" id="{9314DB3C-28FF-086E-D779-FA2832E9AF1C}"/>
              </a:ext>
            </a:extLst>
          </p:cNvPr>
          <p:cNvSpPr/>
          <p:nvPr/>
        </p:nvSpPr>
        <p:spPr>
          <a:xfrm>
            <a:off x="2788920" y="740664"/>
            <a:ext cx="2331720" cy="1600200"/>
          </a:xfrm>
          <a:prstGeom prst="roundRect">
            <a:avLst/>
          </a:prstGeom>
          <a:solidFill>
            <a:srgbClr val="F7F8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35" name="Picture 34">
            <a:extLst>
              <a:ext uri="{FF2B5EF4-FFF2-40B4-BE49-F238E27FC236}">
                <a16:creationId xmlns:a16="http://schemas.microsoft.com/office/drawing/2014/main" id="{1AA6C97C-FF88-3C4F-2907-0BDD637F05B6}"/>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3241091" y="768096"/>
            <a:ext cx="1427379" cy="1545336"/>
          </a:xfrm>
          <a:prstGeom prst="rect">
            <a:avLst/>
          </a:prstGeom>
        </p:spPr>
      </p:pic>
      <p:sp>
        <p:nvSpPr>
          <p:cNvPr id="36" name="Rectangle 35">
            <a:extLst>
              <a:ext uri="{FF2B5EF4-FFF2-40B4-BE49-F238E27FC236}">
                <a16:creationId xmlns:a16="http://schemas.microsoft.com/office/drawing/2014/main" id="{7897444A-B573-D4A9-28A1-ECD304B7C004}"/>
              </a:ext>
            </a:extLst>
          </p:cNvPr>
          <p:cNvSpPr/>
          <p:nvPr/>
        </p:nvSpPr>
        <p:spPr>
          <a:xfrm>
            <a:off x="3685032" y="2542032"/>
            <a:ext cx="548640" cy="182880"/>
          </a:xfrm>
          <a:prstGeom prst="rect">
            <a:avLst/>
          </a:prstGeom>
          <a:solidFill>
            <a:srgbClr val="9DA0A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7" name="Rectangle: Rounded Corners 36">
            <a:extLst>
              <a:ext uri="{FF2B5EF4-FFF2-40B4-BE49-F238E27FC236}">
                <a16:creationId xmlns:a16="http://schemas.microsoft.com/office/drawing/2014/main" id="{0F44CFBE-0B10-18D4-F3FD-93B53B60AAD4}"/>
              </a:ext>
            </a:extLst>
          </p:cNvPr>
          <p:cNvSpPr/>
          <p:nvPr/>
        </p:nvSpPr>
        <p:spPr>
          <a:xfrm>
            <a:off x="3364992" y="2697480"/>
            <a:ext cx="1188720" cy="91440"/>
          </a:xfrm>
          <a:prstGeom prst="roundRect">
            <a:avLst/>
          </a:prstGeom>
          <a:solidFill>
            <a:srgbClr val="B7BAC0"/>
          </a:solidFill>
          <a:ln w="12700" cap="flat" cmpd="sng" algn="ctr">
            <a:noFill/>
            <a:prstDash val="solid"/>
            <a:miter lim="800000"/>
          </a:ln>
          <a:effectLst>
            <a:outerShdw blurRad="38100" dist="27474" dir="3378617" rotWithShape="0">
              <a:srgbClr val="89909C">
                <a:alpha val="16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38" name="Rectangle: Rounded Corners 37">
            <a:extLst>
              <a:ext uri="{FF2B5EF4-FFF2-40B4-BE49-F238E27FC236}">
                <a16:creationId xmlns:a16="http://schemas.microsoft.com/office/drawing/2014/main" id="{D27B6555-14D3-C43A-0816-8523C727311F}"/>
              </a:ext>
            </a:extLst>
          </p:cNvPr>
          <p:cNvSpPr/>
          <p:nvPr/>
        </p:nvSpPr>
        <p:spPr>
          <a:xfrm>
            <a:off x="228600" y="2816352"/>
            <a:ext cx="5029200" cy="1078992"/>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39" name="Straight Connector 38">
            <a:extLst>
              <a:ext uri="{FF2B5EF4-FFF2-40B4-BE49-F238E27FC236}">
                <a16:creationId xmlns:a16="http://schemas.microsoft.com/office/drawing/2014/main" id="{6DEA2139-6BF3-6E2E-B83B-4DC602BA9DC8}"/>
              </a:ext>
            </a:extLst>
          </p:cNvPr>
          <p:cNvCxnSpPr/>
          <p:nvPr/>
        </p:nvCxnSpPr>
        <p:spPr>
          <a:xfrm>
            <a:off x="2743200" y="3054096"/>
            <a:ext cx="0" cy="621792"/>
          </a:xfrm>
          <a:prstGeom prst="line">
            <a:avLst/>
          </a:prstGeom>
          <a:ln w="10160">
            <a:solidFill>
              <a:srgbClr val="E7E8EC"/>
            </a:solidFill>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A520EDF9-306A-08F3-C8FC-98ABBC243FE9}"/>
              </a:ext>
            </a:extLst>
          </p:cNvPr>
          <p:cNvSpPr/>
          <p:nvPr/>
        </p:nvSpPr>
        <p:spPr>
          <a:xfrm>
            <a:off x="393192" y="3017520"/>
            <a:ext cx="310896" cy="310896"/>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1" name="TextBox 40">
            <a:extLst>
              <a:ext uri="{FF2B5EF4-FFF2-40B4-BE49-F238E27FC236}">
                <a16:creationId xmlns:a16="http://schemas.microsoft.com/office/drawing/2014/main" id="{B0E8478D-2979-7185-9D01-A2BEF4096880}"/>
              </a:ext>
            </a:extLst>
          </p:cNvPr>
          <p:cNvSpPr txBox="1"/>
          <p:nvPr/>
        </p:nvSpPr>
        <p:spPr>
          <a:xfrm>
            <a:off x="393192" y="3090617"/>
            <a:ext cx="310896" cy="130805"/>
          </a:xfrm>
          <a:prstGeom prst="rect">
            <a:avLst/>
          </a:prstGeom>
          <a:noFill/>
        </p:spPr>
        <p:txBody>
          <a:bodyPr vert="horz" wrap="square" lIns="0" tIns="0" rIns="0" bIns="0" rtlCol="0" anchor="ctr">
            <a:spAutoFit/>
          </a:bodyPr>
          <a:lstStyle/>
          <a:p>
            <a:pPr algn="ctr"/>
            <a:r>
              <a:rPr lang="en-ID" sz="850" b="1">
                <a:solidFill>
                  <a:srgbClr val="FFFFFF"/>
                </a:solidFill>
                <a:latin typeface="Aptos" panose="020B0004020202020204" pitchFamily="34" charset="0"/>
              </a:rPr>
              <a:t>T</a:t>
            </a:r>
          </a:p>
        </p:txBody>
      </p:sp>
      <p:sp>
        <p:nvSpPr>
          <p:cNvPr id="42" name="TextBox 41">
            <a:extLst>
              <a:ext uri="{FF2B5EF4-FFF2-40B4-BE49-F238E27FC236}">
                <a16:creationId xmlns:a16="http://schemas.microsoft.com/office/drawing/2014/main" id="{B2C6127A-5BAC-0A1A-393C-1DBE7367A455}"/>
              </a:ext>
            </a:extLst>
          </p:cNvPr>
          <p:cNvSpPr txBox="1"/>
          <p:nvPr/>
        </p:nvSpPr>
        <p:spPr>
          <a:xfrm>
            <a:off x="786384" y="3065404"/>
            <a:ext cx="1280160" cy="144655"/>
          </a:xfrm>
          <a:prstGeom prst="rect">
            <a:avLst/>
          </a:prstGeom>
          <a:noFill/>
        </p:spPr>
        <p:txBody>
          <a:bodyPr vert="horz" wrap="square" lIns="0" tIns="0" rIns="0" bIns="0" rtlCol="0" anchor="ctr">
            <a:spAutoFit/>
          </a:bodyPr>
          <a:lstStyle/>
          <a:p>
            <a:r>
              <a:rPr lang="en-ID" sz="940" b="1">
                <a:solidFill>
                  <a:srgbClr val="17233C"/>
                </a:solidFill>
                <a:latin typeface="Aptos" panose="020B0004020202020204" pitchFamily="34" charset="0"/>
              </a:rPr>
              <a:t>Anggota Tim</a:t>
            </a:r>
          </a:p>
        </p:txBody>
      </p:sp>
      <p:sp>
        <p:nvSpPr>
          <p:cNvPr id="43" name="TextBox 42">
            <a:extLst>
              <a:ext uri="{FF2B5EF4-FFF2-40B4-BE49-F238E27FC236}">
                <a16:creationId xmlns:a16="http://schemas.microsoft.com/office/drawing/2014/main" id="{89D38391-6BEC-B040-9E68-1A1886F72FF8}"/>
              </a:ext>
            </a:extLst>
          </p:cNvPr>
          <p:cNvSpPr txBox="1"/>
          <p:nvPr/>
        </p:nvSpPr>
        <p:spPr>
          <a:xfrm>
            <a:off x="457200" y="3445103"/>
            <a:ext cx="182880" cy="98489"/>
          </a:xfrm>
          <a:prstGeom prst="rect">
            <a:avLst/>
          </a:prstGeom>
          <a:noFill/>
        </p:spPr>
        <p:txBody>
          <a:bodyPr vert="horz" wrap="square" lIns="0" tIns="0" rIns="0" bIns="0" rtlCol="0" anchor="ctr">
            <a:spAutoFit/>
          </a:bodyPr>
          <a:lstStyle/>
          <a:p>
            <a:r>
              <a:rPr lang="en-ID" sz="640" b="1">
                <a:solidFill>
                  <a:srgbClr val="BB4D00"/>
                </a:solidFill>
                <a:latin typeface="Aptos" panose="020B0004020202020204" pitchFamily="34" charset="0"/>
              </a:rPr>
              <a:t>1</a:t>
            </a:r>
          </a:p>
        </p:txBody>
      </p:sp>
      <p:sp>
        <p:nvSpPr>
          <p:cNvPr id="44" name="TextBox 43">
            <a:extLst>
              <a:ext uri="{FF2B5EF4-FFF2-40B4-BE49-F238E27FC236}">
                <a16:creationId xmlns:a16="http://schemas.microsoft.com/office/drawing/2014/main" id="{3F973268-6768-1C4A-9B9E-1504284642FC}"/>
              </a:ext>
            </a:extLst>
          </p:cNvPr>
          <p:cNvSpPr txBox="1"/>
          <p:nvPr/>
        </p:nvSpPr>
        <p:spPr>
          <a:xfrm>
            <a:off x="676656" y="3420659"/>
            <a:ext cx="1298448" cy="110800"/>
          </a:xfrm>
          <a:prstGeom prst="rect">
            <a:avLst/>
          </a:prstGeom>
          <a:noFill/>
        </p:spPr>
        <p:txBody>
          <a:bodyPr vert="horz" wrap="square" lIns="0" tIns="0" rIns="0" bIns="0" rtlCol="0" anchor="ctr">
            <a:spAutoFit/>
          </a:bodyPr>
          <a:lstStyle/>
          <a:p>
            <a:r>
              <a:rPr lang="en-ID" sz="720" b="1">
                <a:solidFill>
                  <a:srgbClr val="222222"/>
                </a:solidFill>
                <a:latin typeface="Aptos" panose="020B0004020202020204" pitchFamily="34" charset="0"/>
              </a:rPr>
              <a:t>Rayhan Septian Wijaya</a:t>
            </a:r>
          </a:p>
        </p:txBody>
      </p:sp>
      <p:sp>
        <p:nvSpPr>
          <p:cNvPr id="45" name="TextBox 44">
            <a:extLst>
              <a:ext uri="{FF2B5EF4-FFF2-40B4-BE49-F238E27FC236}">
                <a16:creationId xmlns:a16="http://schemas.microsoft.com/office/drawing/2014/main" id="{EED36479-0743-C63B-250B-DAA466A9D720}"/>
              </a:ext>
            </a:extLst>
          </p:cNvPr>
          <p:cNvSpPr txBox="1"/>
          <p:nvPr/>
        </p:nvSpPr>
        <p:spPr>
          <a:xfrm>
            <a:off x="1993392" y="3427584"/>
            <a:ext cx="612648" cy="96950"/>
          </a:xfrm>
          <a:prstGeom prst="rect">
            <a:avLst/>
          </a:prstGeom>
          <a:noFill/>
        </p:spPr>
        <p:txBody>
          <a:bodyPr vert="horz" wrap="square" lIns="0" tIns="0" rIns="0" bIns="0" rtlCol="0" anchor="ctr">
            <a:spAutoFit/>
          </a:bodyPr>
          <a:lstStyle/>
          <a:p>
            <a:pPr algn="r"/>
            <a:r>
              <a:rPr lang="en-ID" sz="630">
                <a:solidFill>
                  <a:srgbClr val="6F7480"/>
                </a:solidFill>
                <a:latin typeface="Aptos" panose="020B0004020202020204" pitchFamily="34" charset="0"/>
              </a:rPr>
              <a:t>24060123140123</a:t>
            </a:r>
          </a:p>
        </p:txBody>
      </p:sp>
      <p:sp>
        <p:nvSpPr>
          <p:cNvPr id="46" name="TextBox 45">
            <a:extLst>
              <a:ext uri="{FF2B5EF4-FFF2-40B4-BE49-F238E27FC236}">
                <a16:creationId xmlns:a16="http://schemas.microsoft.com/office/drawing/2014/main" id="{3D27FAFF-620C-C5F2-BFBB-9F8D6008B63C}"/>
              </a:ext>
            </a:extLst>
          </p:cNvPr>
          <p:cNvSpPr txBox="1"/>
          <p:nvPr/>
        </p:nvSpPr>
        <p:spPr>
          <a:xfrm>
            <a:off x="457200" y="3664559"/>
            <a:ext cx="182880" cy="98489"/>
          </a:xfrm>
          <a:prstGeom prst="rect">
            <a:avLst/>
          </a:prstGeom>
          <a:noFill/>
        </p:spPr>
        <p:txBody>
          <a:bodyPr vert="horz" wrap="square" lIns="0" tIns="0" rIns="0" bIns="0" rtlCol="0" anchor="ctr">
            <a:spAutoFit/>
          </a:bodyPr>
          <a:lstStyle/>
          <a:p>
            <a:r>
              <a:rPr lang="en-ID" sz="640" b="1">
                <a:solidFill>
                  <a:srgbClr val="BB4D00"/>
                </a:solidFill>
                <a:latin typeface="Aptos" panose="020B0004020202020204" pitchFamily="34" charset="0"/>
              </a:rPr>
              <a:t>2</a:t>
            </a:r>
          </a:p>
        </p:txBody>
      </p:sp>
      <p:sp>
        <p:nvSpPr>
          <p:cNvPr id="47" name="TextBox 46">
            <a:extLst>
              <a:ext uri="{FF2B5EF4-FFF2-40B4-BE49-F238E27FC236}">
                <a16:creationId xmlns:a16="http://schemas.microsoft.com/office/drawing/2014/main" id="{CCB4CF4C-AFF2-C532-756E-9F4F24812C97}"/>
              </a:ext>
            </a:extLst>
          </p:cNvPr>
          <p:cNvSpPr txBox="1"/>
          <p:nvPr/>
        </p:nvSpPr>
        <p:spPr>
          <a:xfrm>
            <a:off x="676656" y="3640116"/>
            <a:ext cx="1298448" cy="110800"/>
          </a:xfrm>
          <a:prstGeom prst="rect">
            <a:avLst/>
          </a:prstGeom>
          <a:noFill/>
        </p:spPr>
        <p:txBody>
          <a:bodyPr vert="horz" wrap="square" lIns="0" tIns="0" rIns="0" bIns="0" rtlCol="0" anchor="ctr">
            <a:spAutoFit/>
          </a:bodyPr>
          <a:lstStyle/>
          <a:p>
            <a:r>
              <a:rPr lang="en-ID" sz="720" b="1">
                <a:solidFill>
                  <a:srgbClr val="222222"/>
                </a:solidFill>
                <a:latin typeface="Aptos" panose="020B0004020202020204" pitchFamily="34" charset="0"/>
              </a:rPr>
              <a:t>Moh Yusril Nur Syabani</a:t>
            </a:r>
          </a:p>
        </p:txBody>
      </p:sp>
      <p:sp>
        <p:nvSpPr>
          <p:cNvPr id="48" name="TextBox 47">
            <a:extLst>
              <a:ext uri="{FF2B5EF4-FFF2-40B4-BE49-F238E27FC236}">
                <a16:creationId xmlns:a16="http://schemas.microsoft.com/office/drawing/2014/main" id="{ACA036C0-421B-19A2-7561-28B78DBB2EDA}"/>
              </a:ext>
            </a:extLst>
          </p:cNvPr>
          <p:cNvSpPr txBox="1"/>
          <p:nvPr/>
        </p:nvSpPr>
        <p:spPr>
          <a:xfrm>
            <a:off x="1993392" y="3647040"/>
            <a:ext cx="612648" cy="96950"/>
          </a:xfrm>
          <a:prstGeom prst="rect">
            <a:avLst/>
          </a:prstGeom>
          <a:noFill/>
        </p:spPr>
        <p:txBody>
          <a:bodyPr vert="horz" wrap="square" lIns="0" tIns="0" rIns="0" bIns="0" rtlCol="0" anchor="ctr">
            <a:spAutoFit/>
          </a:bodyPr>
          <a:lstStyle/>
          <a:p>
            <a:pPr algn="r"/>
            <a:r>
              <a:rPr lang="en-ID" sz="630">
                <a:solidFill>
                  <a:srgbClr val="6F7480"/>
                </a:solidFill>
                <a:latin typeface="Aptos" panose="020B0004020202020204" pitchFamily="34" charset="0"/>
              </a:rPr>
              <a:t>24060123140181</a:t>
            </a:r>
          </a:p>
        </p:txBody>
      </p:sp>
      <p:sp>
        <p:nvSpPr>
          <p:cNvPr id="49" name="Oval 48">
            <a:extLst>
              <a:ext uri="{FF2B5EF4-FFF2-40B4-BE49-F238E27FC236}">
                <a16:creationId xmlns:a16="http://schemas.microsoft.com/office/drawing/2014/main" id="{89FC20A2-76F0-8098-02C1-79FD1D5645BE}"/>
              </a:ext>
            </a:extLst>
          </p:cNvPr>
          <p:cNvSpPr/>
          <p:nvPr/>
        </p:nvSpPr>
        <p:spPr>
          <a:xfrm>
            <a:off x="2926080" y="3017520"/>
            <a:ext cx="310896" cy="310896"/>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0" name="TextBox 49">
            <a:extLst>
              <a:ext uri="{FF2B5EF4-FFF2-40B4-BE49-F238E27FC236}">
                <a16:creationId xmlns:a16="http://schemas.microsoft.com/office/drawing/2014/main" id="{6CC8946E-3918-F7B0-F992-8AB27639CB8A}"/>
              </a:ext>
            </a:extLst>
          </p:cNvPr>
          <p:cNvSpPr txBox="1"/>
          <p:nvPr/>
        </p:nvSpPr>
        <p:spPr>
          <a:xfrm>
            <a:off x="2926080" y="3090617"/>
            <a:ext cx="310896" cy="130805"/>
          </a:xfrm>
          <a:prstGeom prst="rect">
            <a:avLst/>
          </a:prstGeom>
          <a:noFill/>
        </p:spPr>
        <p:txBody>
          <a:bodyPr vert="horz" wrap="square" lIns="0" tIns="0" rIns="0" bIns="0" rtlCol="0" anchor="ctr">
            <a:spAutoFit/>
          </a:bodyPr>
          <a:lstStyle/>
          <a:p>
            <a:pPr algn="ctr"/>
            <a:r>
              <a:rPr lang="en-ID" sz="850" b="1">
                <a:solidFill>
                  <a:srgbClr val="FFFFFF"/>
                </a:solidFill>
                <a:latin typeface="Aptos" panose="020B0004020202020204" pitchFamily="34" charset="0"/>
              </a:rPr>
              <a:t>P</a:t>
            </a:r>
          </a:p>
        </p:txBody>
      </p:sp>
      <p:sp>
        <p:nvSpPr>
          <p:cNvPr id="51" name="TextBox 50">
            <a:extLst>
              <a:ext uri="{FF2B5EF4-FFF2-40B4-BE49-F238E27FC236}">
                <a16:creationId xmlns:a16="http://schemas.microsoft.com/office/drawing/2014/main" id="{01480D1F-BA0F-4B18-6D00-0EBE2B01BB00}"/>
              </a:ext>
            </a:extLst>
          </p:cNvPr>
          <p:cNvSpPr txBox="1"/>
          <p:nvPr/>
        </p:nvSpPr>
        <p:spPr>
          <a:xfrm>
            <a:off x="3319272" y="3065404"/>
            <a:ext cx="1600200" cy="144655"/>
          </a:xfrm>
          <a:prstGeom prst="rect">
            <a:avLst/>
          </a:prstGeom>
          <a:noFill/>
        </p:spPr>
        <p:txBody>
          <a:bodyPr vert="horz" wrap="square" lIns="0" tIns="0" rIns="0" bIns="0" rtlCol="0" anchor="ctr">
            <a:spAutoFit/>
          </a:bodyPr>
          <a:lstStyle/>
          <a:p>
            <a:r>
              <a:rPr lang="en-ID" sz="940" b="1">
                <a:solidFill>
                  <a:srgbClr val="17233C"/>
                </a:solidFill>
                <a:latin typeface="Aptos" panose="020B0004020202020204" pitchFamily="34" charset="0"/>
              </a:rPr>
              <a:t>Dosen Pembimbing</a:t>
            </a:r>
          </a:p>
        </p:txBody>
      </p:sp>
      <p:sp>
        <p:nvSpPr>
          <p:cNvPr id="52" name="TextBox 51">
            <a:extLst>
              <a:ext uri="{FF2B5EF4-FFF2-40B4-BE49-F238E27FC236}">
                <a16:creationId xmlns:a16="http://schemas.microsoft.com/office/drawing/2014/main" id="{F7369DDD-68BD-8886-21D1-DC3C00A625D0}"/>
              </a:ext>
            </a:extLst>
          </p:cNvPr>
          <p:cNvSpPr txBox="1"/>
          <p:nvPr/>
        </p:nvSpPr>
        <p:spPr>
          <a:xfrm>
            <a:off x="2944368" y="3444245"/>
            <a:ext cx="1993392" cy="118494"/>
          </a:xfrm>
          <a:prstGeom prst="rect">
            <a:avLst/>
          </a:prstGeom>
          <a:noFill/>
        </p:spPr>
        <p:txBody>
          <a:bodyPr vert="horz" wrap="square" lIns="0" tIns="0" rIns="0" bIns="0" rtlCol="0" anchor="ctr">
            <a:spAutoFit/>
          </a:bodyPr>
          <a:lstStyle/>
          <a:p>
            <a:pPr algn="ctr"/>
            <a:r>
              <a:rPr lang="en-ID" sz="770" b="1">
                <a:solidFill>
                  <a:srgbClr val="222222"/>
                </a:solidFill>
                <a:latin typeface="Aptos" panose="020B0004020202020204" pitchFamily="34" charset="0"/>
              </a:rPr>
              <a:t>Khadijah, S.Kom., M.Cs.</a:t>
            </a:r>
          </a:p>
        </p:txBody>
      </p:sp>
      <p:sp>
        <p:nvSpPr>
          <p:cNvPr id="53" name="Rectangle: Rounded Corners 52">
            <a:extLst>
              <a:ext uri="{FF2B5EF4-FFF2-40B4-BE49-F238E27FC236}">
                <a16:creationId xmlns:a16="http://schemas.microsoft.com/office/drawing/2014/main" id="{85B837F5-562B-B398-BA1F-5575D0EC9F47}"/>
              </a:ext>
            </a:extLst>
          </p:cNvPr>
          <p:cNvSpPr/>
          <p:nvPr/>
        </p:nvSpPr>
        <p:spPr>
          <a:xfrm>
            <a:off x="228600" y="4023360"/>
            <a:ext cx="5029200" cy="1197864"/>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4" name="Rectangle: Rounded Corners 53">
            <a:extLst>
              <a:ext uri="{FF2B5EF4-FFF2-40B4-BE49-F238E27FC236}">
                <a16:creationId xmlns:a16="http://schemas.microsoft.com/office/drawing/2014/main" id="{DD16D864-B31C-37E7-76D2-6EE1A476AFEF}"/>
              </a:ext>
            </a:extLst>
          </p:cNvPr>
          <p:cNvSpPr/>
          <p:nvPr/>
        </p:nvSpPr>
        <p:spPr>
          <a:xfrm>
            <a:off x="448056" y="4165092"/>
            <a:ext cx="2404872" cy="292608"/>
          </a:xfrm>
          <a:prstGeom prst="roundRect">
            <a:avLst/>
          </a:prstGeom>
          <a:solidFill>
            <a:srgbClr val="1723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5" name="Oval 54">
            <a:extLst>
              <a:ext uri="{FF2B5EF4-FFF2-40B4-BE49-F238E27FC236}">
                <a16:creationId xmlns:a16="http://schemas.microsoft.com/office/drawing/2014/main" id="{85CCCF3D-BFDD-7C8C-13E8-870C8EFFF79E}"/>
              </a:ext>
            </a:extLst>
          </p:cNvPr>
          <p:cNvSpPr/>
          <p:nvPr/>
        </p:nvSpPr>
        <p:spPr>
          <a:xfrm>
            <a:off x="338328" y="4133088"/>
            <a:ext cx="356616" cy="356616"/>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6" name="TextBox 55">
            <a:extLst>
              <a:ext uri="{FF2B5EF4-FFF2-40B4-BE49-F238E27FC236}">
                <a16:creationId xmlns:a16="http://schemas.microsoft.com/office/drawing/2014/main" id="{6C8D6558-B8FF-5C09-AE17-4185C951F533}"/>
              </a:ext>
            </a:extLst>
          </p:cNvPr>
          <p:cNvSpPr txBox="1"/>
          <p:nvPr/>
        </p:nvSpPr>
        <p:spPr>
          <a:xfrm>
            <a:off x="338328" y="4216187"/>
            <a:ext cx="356616" cy="110800"/>
          </a:xfrm>
          <a:prstGeom prst="rect">
            <a:avLst/>
          </a:prstGeom>
          <a:noFill/>
        </p:spPr>
        <p:txBody>
          <a:bodyPr vert="horz" wrap="square" lIns="0" tIns="0" rIns="0" bIns="0" rtlCol="0" anchor="ctr">
            <a:spAutoFit/>
          </a:bodyPr>
          <a:lstStyle/>
          <a:p>
            <a:pPr algn="ctr"/>
            <a:r>
              <a:rPr lang="en-ID" sz="720" b="1">
                <a:solidFill>
                  <a:srgbClr val="FFFFFF"/>
                </a:solidFill>
                <a:latin typeface="Aptos" panose="020B0004020202020204" pitchFamily="34" charset="0"/>
              </a:rPr>
              <a:t>01</a:t>
            </a:r>
          </a:p>
        </p:txBody>
      </p:sp>
      <p:sp>
        <p:nvSpPr>
          <p:cNvPr id="57" name="TextBox 56">
            <a:extLst>
              <a:ext uri="{FF2B5EF4-FFF2-40B4-BE49-F238E27FC236}">
                <a16:creationId xmlns:a16="http://schemas.microsoft.com/office/drawing/2014/main" id="{1A9EB284-4DE6-AAFE-B8A3-DBABB3051082}"/>
              </a:ext>
            </a:extLst>
          </p:cNvPr>
          <p:cNvSpPr txBox="1"/>
          <p:nvPr/>
        </p:nvSpPr>
        <p:spPr>
          <a:xfrm>
            <a:off x="768096" y="4238145"/>
            <a:ext cx="2002536" cy="140038"/>
          </a:xfrm>
          <a:prstGeom prst="rect">
            <a:avLst/>
          </a:prstGeom>
          <a:noFill/>
        </p:spPr>
        <p:txBody>
          <a:bodyPr vert="horz" wrap="square" lIns="0" tIns="0" rIns="0" bIns="0" rtlCol="0" anchor="ctr">
            <a:spAutoFit/>
          </a:bodyPr>
          <a:lstStyle/>
          <a:p>
            <a:r>
              <a:rPr lang="en-ID" sz="910" b="1">
                <a:solidFill>
                  <a:srgbClr val="FFFFFF"/>
                </a:solidFill>
                <a:latin typeface="Aptos" panose="020B0004020202020204" pitchFamily="34" charset="0"/>
              </a:rPr>
              <a:t>Latar Belakang Masalah</a:t>
            </a:r>
          </a:p>
        </p:txBody>
      </p:sp>
      <p:sp>
        <p:nvSpPr>
          <p:cNvPr id="58" name="TextBox 57">
            <a:extLst>
              <a:ext uri="{FF2B5EF4-FFF2-40B4-BE49-F238E27FC236}">
                <a16:creationId xmlns:a16="http://schemas.microsoft.com/office/drawing/2014/main" id="{DDD0FD28-D3EA-17A2-A0D2-9B1C46BC4F0D}"/>
              </a:ext>
            </a:extLst>
          </p:cNvPr>
          <p:cNvSpPr txBox="1"/>
          <p:nvPr/>
        </p:nvSpPr>
        <p:spPr>
          <a:xfrm>
            <a:off x="420624" y="4553712"/>
            <a:ext cx="3895344" cy="430887"/>
          </a:xfrm>
          <a:prstGeom prst="rect">
            <a:avLst/>
          </a:prstGeom>
          <a:noFill/>
        </p:spPr>
        <p:txBody>
          <a:bodyPr vert="horz" wrap="square" lIns="0" tIns="0" rIns="0" bIns="0" rtlCol="0" anchor="t">
            <a:spAutoFit/>
          </a:bodyPr>
          <a:lstStyle/>
          <a:p>
            <a:r>
              <a:rPr lang="en-ID" sz="700">
                <a:solidFill>
                  <a:srgbClr val="222222"/>
                </a:solidFill>
                <a:latin typeface="Aptos" panose="020B0004020202020204" pitchFamily="34" charset="0"/>
              </a:rPr>
              <a:t>Aktivitas pengguna pada sistem digital perlu dipantau agar pola penggunaan, beban akses, dan kendala sesi dapat dianalisis. Data log membantu organisasi memahami performa akses, wilayah aktif, modul yang sering digunakan, serta kebutuhan laporan. MONIKA memvisualisasikan aktivitas pengguna dan mendukung monitoring secara lebih efektif.</a:t>
            </a:r>
          </a:p>
        </p:txBody>
      </p:sp>
      <p:sp>
        <p:nvSpPr>
          <p:cNvPr id="59" name="Rectangle: Rounded Corners 58">
            <a:extLst>
              <a:ext uri="{FF2B5EF4-FFF2-40B4-BE49-F238E27FC236}">
                <a16:creationId xmlns:a16="http://schemas.microsoft.com/office/drawing/2014/main" id="{F2AB3B32-71D9-ED5B-199C-B30BDC09C8E7}"/>
              </a:ext>
            </a:extLst>
          </p:cNvPr>
          <p:cNvSpPr/>
          <p:nvPr/>
        </p:nvSpPr>
        <p:spPr>
          <a:xfrm>
            <a:off x="4453128" y="4370832"/>
            <a:ext cx="548640" cy="548640"/>
          </a:xfrm>
          <a:prstGeom prst="roundRect">
            <a:avLst/>
          </a:prstGeom>
          <a:solidFill>
            <a:srgbClr val="FFF0D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60" name="Straight Connector 59">
            <a:extLst>
              <a:ext uri="{FF2B5EF4-FFF2-40B4-BE49-F238E27FC236}">
                <a16:creationId xmlns:a16="http://schemas.microsoft.com/office/drawing/2014/main" id="{024FEF3A-D7EE-4FFB-E607-E4492621E1E3}"/>
              </a:ext>
            </a:extLst>
          </p:cNvPr>
          <p:cNvCxnSpPr/>
          <p:nvPr/>
        </p:nvCxnSpPr>
        <p:spPr>
          <a:xfrm flipV="1">
            <a:off x="4562856" y="4599432"/>
            <a:ext cx="109728" cy="146304"/>
          </a:xfrm>
          <a:prstGeom prst="line">
            <a:avLst/>
          </a:prstGeom>
          <a:ln w="27940">
            <a:solidFill>
              <a:srgbClr val="BB4D00"/>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7A0D994-C250-C1B3-5A86-5E0202CEDAA2}"/>
              </a:ext>
            </a:extLst>
          </p:cNvPr>
          <p:cNvCxnSpPr/>
          <p:nvPr/>
        </p:nvCxnSpPr>
        <p:spPr>
          <a:xfrm>
            <a:off x="4681728" y="4599432"/>
            <a:ext cx="100584" cy="82296"/>
          </a:xfrm>
          <a:prstGeom prst="line">
            <a:avLst/>
          </a:prstGeom>
          <a:ln w="27940">
            <a:solidFill>
              <a:srgbClr val="BB4D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554D8CD-2D7D-A929-15D6-EFAA1FBBAC43}"/>
              </a:ext>
            </a:extLst>
          </p:cNvPr>
          <p:cNvCxnSpPr/>
          <p:nvPr/>
        </p:nvCxnSpPr>
        <p:spPr>
          <a:xfrm flipV="1">
            <a:off x="4791456" y="4480560"/>
            <a:ext cx="100584" cy="201168"/>
          </a:xfrm>
          <a:prstGeom prst="line">
            <a:avLst/>
          </a:prstGeom>
          <a:ln w="27940">
            <a:solidFill>
              <a:srgbClr val="BB4D00"/>
            </a:solidFill>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4DCEADBD-7B8A-56A0-A90E-22884EF0799C}"/>
              </a:ext>
            </a:extLst>
          </p:cNvPr>
          <p:cNvSpPr/>
          <p:nvPr/>
        </p:nvSpPr>
        <p:spPr>
          <a:xfrm>
            <a:off x="4855464" y="4416552"/>
            <a:ext cx="109728" cy="109728"/>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cxnSp>
        <p:nvCxnSpPr>
          <p:cNvPr id="64" name="Straight Connector 63">
            <a:extLst>
              <a:ext uri="{FF2B5EF4-FFF2-40B4-BE49-F238E27FC236}">
                <a16:creationId xmlns:a16="http://schemas.microsoft.com/office/drawing/2014/main" id="{498BF707-C79C-FD7D-3B91-BA7C7722D160}"/>
              </a:ext>
            </a:extLst>
          </p:cNvPr>
          <p:cNvCxnSpPr/>
          <p:nvPr/>
        </p:nvCxnSpPr>
        <p:spPr>
          <a:xfrm>
            <a:off x="4928616" y="4498848"/>
            <a:ext cx="155448" cy="155448"/>
          </a:xfrm>
          <a:prstGeom prst="line">
            <a:avLst/>
          </a:prstGeom>
          <a:ln w="33020">
            <a:solidFill>
              <a:srgbClr val="FE9A00"/>
            </a:solidFill>
          </a:ln>
        </p:spPr>
        <p:style>
          <a:lnRef idx="1">
            <a:schemeClr val="accent1"/>
          </a:lnRef>
          <a:fillRef idx="0">
            <a:schemeClr val="accent1"/>
          </a:fillRef>
          <a:effectRef idx="0">
            <a:schemeClr val="accent1"/>
          </a:effectRef>
          <a:fontRef idx="minor">
            <a:schemeClr val="tx1"/>
          </a:fontRef>
        </p:style>
      </p:cxnSp>
      <p:sp>
        <p:nvSpPr>
          <p:cNvPr id="65" name="Rectangle: Rounded Corners 64">
            <a:extLst>
              <a:ext uri="{FF2B5EF4-FFF2-40B4-BE49-F238E27FC236}">
                <a16:creationId xmlns:a16="http://schemas.microsoft.com/office/drawing/2014/main" id="{C1D0DE23-0C31-F2EE-50F7-5FB2DB7FCC59}"/>
              </a:ext>
            </a:extLst>
          </p:cNvPr>
          <p:cNvSpPr/>
          <p:nvPr/>
        </p:nvSpPr>
        <p:spPr>
          <a:xfrm>
            <a:off x="228600" y="5340096"/>
            <a:ext cx="5029200" cy="1197864"/>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6" name="Rectangle: Rounded Corners 65">
            <a:extLst>
              <a:ext uri="{FF2B5EF4-FFF2-40B4-BE49-F238E27FC236}">
                <a16:creationId xmlns:a16="http://schemas.microsoft.com/office/drawing/2014/main" id="{A4851315-7AC9-4A1E-D377-0AC0626D6BA8}"/>
              </a:ext>
            </a:extLst>
          </p:cNvPr>
          <p:cNvSpPr/>
          <p:nvPr/>
        </p:nvSpPr>
        <p:spPr>
          <a:xfrm>
            <a:off x="448056" y="5481828"/>
            <a:ext cx="1856232" cy="292608"/>
          </a:xfrm>
          <a:prstGeom prst="roundRect">
            <a:avLst/>
          </a:prstGeom>
          <a:solidFill>
            <a:srgbClr val="1723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7" name="Oval 66">
            <a:extLst>
              <a:ext uri="{FF2B5EF4-FFF2-40B4-BE49-F238E27FC236}">
                <a16:creationId xmlns:a16="http://schemas.microsoft.com/office/drawing/2014/main" id="{E9EB40CD-2165-2A88-5163-43B73516E158}"/>
              </a:ext>
            </a:extLst>
          </p:cNvPr>
          <p:cNvSpPr/>
          <p:nvPr/>
        </p:nvSpPr>
        <p:spPr>
          <a:xfrm>
            <a:off x="338328" y="5449824"/>
            <a:ext cx="356616" cy="356616"/>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68" name="TextBox 67">
            <a:extLst>
              <a:ext uri="{FF2B5EF4-FFF2-40B4-BE49-F238E27FC236}">
                <a16:creationId xmlns:a16="http://schemas.microsoft.com/office/drawing/2014/main" id="{CC85B9E7-531B-9847-8D0C-50C3C2A4EAF7}"/>
              </a:ext>
            </a:extLst>
          </p:cNvPr>
          <p:cNvSpPr txBox="1"/>
          <p:nvPr/>
        </p:nvSpPr>
        <p:spPr>
          <a:xfrm>
            <a:off x="338328" y="5532923"/>
            <a:ext cx="356616" cy="110800"/>
          </a:xfrm>
          <a:prstGeom prst="rect">
            <a:avLst/>
          </a:prstGeom>
          <a:noFill/>
        </p:spPr>
        <p:txBody>
          <a:bodyPr vert="horz" wrap="square" lIns="0" tIns="0" rIns="0" bIns="0" rtlCol="0" anchor="ctr">
            <a:spAutoFit/>
          </a:bodyPr>
          <a:lstStyle/>
          <a:p>
            <a:pPr algn="ctr"/>
            <a:r>
              <a:rPr lang="en-ID" sz="720" b="1">
                <a:solidFill>
                  <a:srgbClr val="FFFFFF"/>
                </a:solidFill>
                <a:latin typeface="Aptos" panose="020B0004020202020204" pitchFamily="34" charset="0"/>
              </a:rPr>
              <a:t>02</a:t>
            </a:r>
          </a:p>
        </p:txBody>
      </p:sp>
      <p:sp>
        <p:nvSpPr>
          <p:cNvPr id="69" name="TextBox 68">
            <a:extLst>
              <a:ext uri="{FF2B5EF4-FFF2-40B4-BE49-F238E27FC236}">
                <a16:creationId xmlns:a16="http://schemas.microsoft.com/office/drawing/2014/main" id="{0EBE8E5D-A6F8-B30D-78FF-6FFA947F54AA}"/>
              </a:ext>
            </a:extLst>
          </p:cNvPr>
          <p:cNvSpPr txBox="1"/>
          <p:nvPr/>
        </p:nvSpPr>
        <p:spPr>
          <a:xfrm>
            <a:off x="768096" y="5554880"/>
            <a:ext cx="1453896" cy="140038"/>
          </a:xfrm>
          <a:prstGeom prst="rect">
            <a:avLst/>
          </a:prstGeom>
          <a:noFill/>
        </p:spPr>
        <p:txBody>
          <a:bodyPr vert="horz" wrap="square" lIns="0" tIns="0" rIns="0" bIns="0" rtlCol="0" anchor="ctr">
            <a:spAutoFit/>
          </a:bodyPr>
          <a:lstStyle/>
          <a:p>
            <a:r>
              <a:rPr lang="en-ID" sz="910" b="1">
                <a:solidFill>
                  <a:srgbClr val="FFFFFF"/>
                </a:solidFill>
                <a:latin typeface="Aptos" panose="020B0004020202020204" pitchFamily="34" charset="0"/>
              </a:rPr>
              <a:t>Tujuan Proyek</a:t>
            </a:r>
          </a:p>
        </p:txBody>
      </p:sp>
      <p:sp>
        <p:nvSpPr>
          <p:cNvPr id="70" name="Oval 69">
            <a:extLst>
              <a:ext uri="{FF2B5EF4-FFF2-40B4-BE49-F238E27FC236}">
                <a16:creationId xmlns:a16="http://schemas.microsoft.com/office/drawing/2014/main" id="{A2D766A8-19DC-0AD6-3FBA-99F520AFA17B}"/>
              </a:ext>
            </a:extLst>
          </p:cNvPr>
          <p:cNvSpPr/>
          <p:nvPr/>
        </p:nvSpPr>
        <p:spPr>
          <a:xfrm>
            <a:off x="438912" y="5870448"/>
            <a:ext cx="164592" cy="164592"/>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1" name="TextBox 70">
            <a:extLst>
              <a:ext uri="{FF2B5EF4-FFF2-40B4-BE49-F238E27FC236}">
                <a16:creationId xmlns:a16="http://schemas.microsoft.com/office/drawing/2014/main" id="{11C5C996-2FAF-B1A0-114B-BB3CF22F0B01}"/>
              </a:ext>
            </a:extLst>
          </p:cNvPr>
          <p:cNvSpPr txBox="1"/>
          <p:nvPr/>
        </p:nvSpPr>
        <p:spPr>
          <a:xfrm>
            <a:off x="438912" y="5962781"/>
            <a:ext cx="164592" cy="92333"/>
          </a:xfrm>
          <a:prstGeom prst="rect">
            <a:avLst/>
          </a:prstGeom>
          <a:noFill/>
        </p:spPr>
        <p:txBody>
          <a:bodyPr vert="horz" wrap="square" lIns="0" tIns="0" rIns="0" bIns="0" rtlCol="0" anchor="ctr">
            <a:spAutoFit/>
          </a:bodyPr>
          <a:lstStyle/>
          <a:p>
            <a:pPr algn="ctr"/>
            <a:r>
              <a:rPr lang="en-ID" sz="600" b="1">
                <a:solidFill>
                  <a:srgbClr val="FFFFFF"/>
                </a:solidFill>
                <a:latin typeface="Aptos" panose="020B0004020202020204" pitchFamily="34" charset="0"/>
              </a:rPr>
              <a:t>v</a:t>
            </a:r>
          </a:p>
        </p:txBody>
      </p:sp>
      <p:sp>
        <p:nvSpPr>
          <p:cNvPr id="72" name="TextBox 71">
            <a:extLst>
              <a:ext uri="{FF2B5EF4-FFF2-40B4-BE49-F238E27FC236}">
                <a16:creationId xmlns:a16="http://schemas.microsoft.com/office/drawing/2014/main" id="{BA009EA7-9C0F-8C21-59A2-090D5C0B8B5F}"/>
              </a:ext>
            </a:extLst>
          </p:cNvPr>
          <p:cNvSpPr txBox="1"/>
          <p:nvPr/>
        </p:nvSpPr>
        <p:spPr>
          <a:xfrm>
            <a:off x="685800" y="5843016"/>
            <a:ext cx="3611880" cy="109261"/>
          </a:xfrm>
          <a:prstGeom prst="rect">
            <a:avLst/>
          </a:prstGeom>
          <a:noFill/>
        </p:spPr>
        <p:txBody>
          <a:bodyPr vert="horz" wrap="square" lIns="0" tIns="0" rIns="0" bIns="0" rtlCol="0" anchor="t">
            <a:spAutoFit/>
          </a:bodyPr>
          <a:lstStyle/>
          <a:p>
            <a:r>
              <a:rPr lang="en-ID" sz="710">
                <a:solidFill>
                  <a:srgbClr val="222222"/>
                </a:solidFill>
                <a:latin typeface="Aptos" panose="020B0004020202020204" pitchFamily="34" charset="0"/>
              </a:rPr>
              <a:t>Menyediakan dashboard monitoring aktivitas pengguna secara ringkas dan informatif.</a:t>
            </a:r>
          </a:p>
        </p:txBody>
      </p:sp>
      <p:sp>
        <p:nvSpPr>
          <p:cNvPr id="73" name="Oval 72">
            <a:extLst>
              <a:ext uri="{FF2B5EF4-FFF2-40B4-BE49-F238E27FC236}">
                <a16:creationId xmlns:a16="http://schemas.microsoft.com/office/drawing/2014/main" id="{E040D840-3AAA-93FA-DAD7-FA002923D8B6}"/>
              </a:ext>
            </a:extLst>
          </p:cNvPr>
          <p:cNvSpPr/>
          <p:nvPr/>
        </p:nvSpPr>
        <p:spPr>
          <a:xfrm>
            <a:off x="438912" y="6135624"/>
            <a:ext cx="164592" cy="164592"/>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4" name="TextBox 73">
            <a:extLst>
              <a:ext uri="{FF2B5EF4-FFF2-40B4-BE49-F238E27FC236}">
                <a16:creationId xmlns:a16="http://schemas.microsoft.com/office/drawing/2014/main" id="{244B666A-EEF6-AB08-ED1D-511CE08B4F81}"/>
              </a:ext>
            </a:extLst>
          </p:cNvPr>
          <p:cNvSpPr txBox="1"/>
          <p:nvPr/>
        </p:nvSpPr>
        <p:spPr>
          <a:xfrm>
            <a:off x="438912" y="6227957"/>
            <a:ext cx="164592" cy="92333"/>
          </a:xfrm>
          <a:prstGeom prst="rect">
            <a:avLst/>
          </a:prstGeom>
          <a:noFill/>
        </p:spPr>
        <p:txBody>
          <a:bodyPr vert="horz" wrap="square" lIns="0" tIns="0" rIns="0" bIns="0" rtlCol="0" anchor="ctr">
            <a:spAutoFit/>
          </a:bodyPr>
          <a:lstStyle/>
          <a:p>
            <a:pPr algn="ctr"/>
            <a:r>
              <a:rPr lang="en-ID" sz="600" b="1">
                <a:solidFill>
                  <a:srgbClr val="FFFFFF"/>
                </a:solidFill>
                <a:latin typeface="Aptos" panose="020B0004020202020204" pitchFamily="34" charset="0"/>
              </a:rPr>
              <a:t>v</a:t>
            </a:r>
          </a:p>
        </p:txBody>
      </p:sp>
      <p:sp>
        <p:nvSpPr>
          <p:cNvPr id="75" name="TextBox 74">
            <a:extLst>
              <a:ext uri="{FF2B5EF4-FFF2-40B4-BE49-F238E27FC236}">
                <a16:creationId xmlns:a16="http://schemas.microsoft.com/office/drawing/2014/main" id="{A2F0A1A5-0BF8-E6A5-1CB0-BEE1F1524866}"/>
              </a:ext>
            </a:extLst>
          </p:cNvPr>
          <p:cNvSpPr txBox="1"/>
          <p:nvPr/>
        </p:nvSpPr>
        <p:spPr>
          <a:xfrm>
            <a:off x="685800" y="6108192"/>
            <a:ext cx="3611880" cy="109261"/>
          </a:xfrm>
          <a:prstGeom prst="rect">
            <a:avLst/>
          </a:prstGeom>
          <a:noFill/>
        </p:spPr>
        <p:txBody>
          <a:bodyPr vert="horz" wrap="square" lIns="0" tIns="0" rIns="0" bIns="0" rtlCol="0" anchor="t">
            <a:spAutoFit/>
          </a:bodyPr>
          <a:lstStyle/>
          <a:p>
            <a:r>
              <a:rPr lang="en-ID" sz="710">
                <a:solidFill>
                  <a:srgbClr val="222222"/>
                </a:solidFill>
                <a:latin typeface="Aptos" panose="020B0004020202020204" pitchFamily="34" charset="0"/>
              </a:rPr>
              <a:t>Membantu analisis akses, aktivitas, wilayah, dan penggunaan fitur aplikasi.</a:t>
            </a:r>
          </a:p>
        </p:txBody>
      </p:sp>
      <p:sp>
        <p:nvSpPr>
          <p:cNvPr id="76" name="Oval 75">
            <a:extLst>
              <a:ext uri="{FF2B5EF4-FFF2-40B4-BE49-F238E27FC236}">
                <a16:creationId xmlns:a16="http://schemas.microsoft.com/office/drawing/2014/main" id="{55E19910-0533-5726-2814-B72710B73865}"/>
              </a:ext>
            </a:extLst>
          </p:cNvPr>
          <p:cNvSpPr/>
          <p:nvPr/>
        </p:nvSpPr>
        <p:spPr>
          <a:xfrm>
            <a:off x="438912" y="6400800"/>
            <a:ext cx="164592" cy="164592"/>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77" name="TextBox 76">
            <a:extLst>
              <a:ext uri="{FF2B5EF4-FFF2-40B4-BE49-F238E27FC236}">
                <a16:creationId xmlns:a16="http://schemas.microsoft.com/office/drawing/2014/main" id="{29610E72-C8A1-B5C5-29B0-438CFBD3FD1F}"/>
              </a:ext>
            </a:extLst>
          </p:cNvPr>
          <p:cNvSpPr txBox="1"/>
          <p:nvPr/>
        </p:nvSpPr>
        <p:spPr>
          <a:xfrm>
            <a:off x="438912" y="6493133"/>
            <a:ext cx="164592" cy="92333"/>
          </a:xfrm>
          <a:prstGeom prst="rect">
            <a:avLst/>
          </a:prstGeom>
          <a:noFill/>
        </p:spPr>
        <p:txBody>
          <a:bodyPr vert="horz" wrap="square" lIns="0" tIns="0" rIns="0" bIns="0" rtlCol="0" anchor="ctr">
            <a:spAutoFit/>
          </a:bodyPr>
          <a:lstStyle/>
          <a:p>
            <a:pPr algn="ctr"/>
            <a:r>
              <a:rPr lang="en-ID" sz="600" b="1">
                <a:solidFill>
                  <a:srgbClr val="FFFFFF"/>
                </a:solidFill>
                <a:latin typeface="Aptos" panose="020B0004020202020204" pitchFamily="34" charset="0"/>
              </a:rPr>
              <a:t>v</a:t>
            </a:r>
          </a:p>
        </p:txBody>
      </p:sp>
      <p:sp>
        <p:nvSpPr>
          <p:cNvPr id="78" name="TextBox 77">
            <a:extLst>
              <a:ext uri="{FF2B5EF4-FFF2-40B4-BE49-F238E27FC236}">
                <a16:creationId xmlns:a16="http://schemas.microsoft.com/office/drawing/2014/main" id="{1960AA48-421B-82F4-6755-905BF4012558}"/>
              </a:ext>
            </a:extLst>
          </p:cNvPr>
          <p:cNvSpPr txBox="1"/>
          <p:nvPr/>
        </p:nvSpPr>
        <p:spPr>
          <a:xfrm>
            <a:off x="685800" y="6373368"/>
            <a:ext cx="3611880" cy="109261"/>
          </a:xfrm>
          <a:prstGeom prst="rect">
            <a:avLst/>
          </a:prstGeom>
          <a:noFill/>
        </p:spPr>
        <p:txBody>
          <a:bodyPr vert="horz" wrap="square" lIns="0" tIns="0" rIns="0" bIns="0" rtlCol="0" anchor="t">
            <a:spAutoFit/>
          </a:bodyPr>
          <a:lstStyle/>
          <a:p>
            <a:r>
              <a:rPr lang="en-ID" sz="710">
                <a:solidFill>
                  <a:srgbClr val="222222"/>
                </a:solidFill>
                <a:latin typeface="Aptos" panose="020B0004020202020204" pitchFamily="34" charset="0"/>
              </a:rPr>
              <a:t>Mendukung laporan berbasis data untuk kebutuhan evaluasi sistem.</a:t>
            </a:r>
          </a:p>
        </p:txBody>
      </p:sp>
      <p:sp>
        <p:nvSpPr>
          <p:cNvPr id="79" name="Oval 78">
            <a:extLst>
              <a:ext uri="{FF2B5EF4-FFF2-40B4-BE49-F238E27FC236}">
                <a16:creationId xmlns:a16="http://schemas.microsoft.com/office/drawing/2014/main" id="{B7B6D996-0A3A-1E08-E03F-A9414F920D9C}"/>
              </a:ext>
            </a:extLst>
          </p:cNvPr>
          <p:cNvSpPr/>
          <p:nvPr/>
        </p:nvSpPr>
        <p:spPr>
          <a:xfrm>
            <a:off x="4517136" y="5650992"/>
            <a:ext cx="530352" cy="530352"/>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0" name="TextBox 79">
            <a:extLst>
              <a:ext uri="{FF2B5EF4-FFF2-40B4-BE49-F238E27FC236}">
                <a16:creationId xmlns:a16="http://schemas.microsoft.com/office/drawing/2014/main" id="{435F6650-6C6F-5C23-411D-D36770F6CBE7}"/>
              </a:ext>
            </a:extLst>
          </p:cNvPr>
          <p:cNvSpPr txBox="1"/>
          <p:nvPr/>
        </p:nvSpPr>
        <p:spPr>
          <a:xfrm>
            <a:off x="4517136" y="5650992"/>
            <a:ext cx="530352" cy="276999"/>
          </a:xfrm>
          <a:prstGeom prst="rect">
            <a:avLst/>
          </a:prstGeom>
          <a:noFill/>
        </p:spPr>
        <p:txBody>
          <a:bodyPr vert="horz" wrap="square" lIns="0" tIns="0" rIns="0" bIns="0" rtlCol="0" anchor="ctr">
            <a:spAutoFit/>
          </a:bodyPr>
          <a:lstStyle/>
          <a:p>
            <a:pPr algn="ctr"/>
            <a:r>
              <a:rPr lang="en-ID" b="1">
                <a:solidFill>
                  <a:srgbClr val="FFFFFF"/>
                </a:solidFill>
                <a:latin typeface="Aptos" panose="020B0004020202020204" pitchFamily="34" charset="0"/>
              </a:rPr>
              <a:t>O</a:t>
            </a:r>
          </a:p>
        </p:txBody>
      </p:sp>
      <p:cxnSp>
        <p:nvCxnSpPr>
          <p:cNvPr id="81" name="Straight Connector 80">
            <a:extLst>
              <a:ext uri="{FF2B5EF4-FFF2-40B4-BE49-F238E27FC236}">
                <a16:creationId xmlns:a16="http://schemas.microsoft.com/office/drawing/2014/main" id="{3476D20B-4BEA-78EF-150B-5D8EB600614F}"/>
              </a:ext>
            </a:extLst>
          </p:cNvPr>
          <p:cNvCxnSpPr/>
          <p:nvPr/>
        </p:nvCxnSpPr>
        <p:spPr>
          <a:xfrm flipV="1">
            <a:off x="4754880" y="5468112"/>
            <a:ext cx="310896" cy="228600"/>
          </a:xfrm>
          <a:prstGeom prst="line">
            <a:avLst/>
          </a:prstGeom>
          <a:ln w="38100">
            <a:solidFill>
              <a:srgbClr val="BB4D00"/>
            </a:solidFill>
          </a:ln>
        </p:spPr>
        <p:style>
          <a:lnRef idx="1">
            <a:schemeClr val="accent1"/>
          </a:lnRef>
          <a:fillRef idx="0">
            <a:schemeClr val="accent1"/>
          </a:fillRef>
          <a:effectRef idx="0">
            <a:schemeClr val="accent1"/>
          </a:effectRef>
          <a:fontRef idx="minor">
            <a:schemeClr val="tx1"/>
          </a:fontRef>
        </p:style>
      </p:cxnSp>
      <p:sp>
        <p:nvSpPr>
          <p:cNvPr id="82" name="Rectangle: Rounded Corners 81">
            <a:extLst>
              <a:ext uri="{FF2B5EF4-FFF2-40B4-BE49-F238E27FC236}">
                <a16:creationId xmlns:a16="http://schemas.microsoft.com/office/drawing/2014/main" id="{55357574-6B80-F5E2-9191-9ACB25D2553E}"/>
              </a:ext>
            </a:extLst>
          </p:cNvPr>
          <p:cNvSpPr/>
          <p:nvPr/>
        </p:nvSpPr>
        <p:spPr>
          <a:xfrm>
            <a:off x="228600" y="6656832"/>
            <a:ext cx="5029200" cy="3840479"/>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3" name="Rectangle: Rounded Corners 82">
            <a:extLst>
              <a:ext uri="{FF2B5EF4-FFF2-40B4-BE49-F238E27FC236}">
                <a16:creationId xmlns:a16="http://schemas.microsoft.com/office/drawing/2014/main" id="{48F049FA-F7B8-A91D-3BD6-4CB9513311B2}"/>
              </a:ext>
            </a:extLst>
          </p:cNvPr>
          <p:cNvSpPr/>
          <p:nvPr/>
        </p:nvSpPr>
        <p:spPr>
          <a:xfrm>
            <a:off x="448056" y="6798564"/>
            <a:ext cx="2999232" cy="292608"/>
          </a:xfrm>
          <a:prstGeom prst="roundRect">
            <a:avLst/>
          </a:prstGeom>
          <a:solidFill>
            <a:srgbClr val="1723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4" name="Oval 83">
            <a:extLst>
              <a:ext uri="{FF2B5EF4-FFF2-40B4-BE49-F238E27FC236}">
                <a16:creationId xmlns:a16="http://schemas.microsoft.com/office/drawing/2014/main" id="{EBD5505D-8B5B-9E69-5CB6-EE059582FAC6}"/>
              </a:ext>
            </a:extLst>
          </p:cNvPr>
          <p:cNvSpPr/>
          <p:nvPr/>
        </p:nvSpPr>
        <p:spPr>
          <a:xfrm>
            <a:off x="338328" y="6766560"/>
            <a:ext cx="356616" cy="356616"/>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5" name="TextBox 84">
            <a:extLst>
              <a:ext uri="{FF2B5EF4-FFF2-40B4-BE49-F238E27FC236}">
                <a16:creationId xmlns:a16="http://schemas.microsoft.com/office/drawing/2014/main" id="{74A416A7-DA07-8D59-85DB-2F6CC3C88438}"/>
              </a:ext>
            </a:extLst>
          </p:cNvPr>
          <p:cNvSpPr txBox="1"/>
          <p:nvPr/>
        </p:nvSpPr>
        <p:spPr>
          <a:xfrm>
            <a:off x="338328" y="6849659"/>
            <a:ext cx="356616" cy="110800"/>
          </a:xfrm>
          <a:prstGeom prst="rect">
            <a:avLst/>
          </a:prstGeom>
          <a:noFill/>
        </p:spPr>
        <p:txBody>
          <a:bodyPr vert="horz" wrap="square" lIns="0" tIns="0" rIns="0" bIns="0" rtlCol="0" anchor="ctr">
            <a:spAutoFit/>
          </a:bodyPr>
          <a:lstStyle/>
          <a:p>
            <a:pPr algn="ctr"/>
            <a:r>
              <a:rPr lang="en-ID" sz="720" b="1">
                <a:solidFill>
                  <a:srgbClr val="FFFFFF"/>
                </a:solidFill>
                <a:latin typeface="Aptos" panose="020B0004020202020204" pitchFamily="34" charset="0"/>
              </a:rPr>
              <a:t>03</a:t>
            </a:r>
          </a:p>
        </p:txBody>
      </p:sp>
      <p:sp>
        <p:nvSpPr>
          <p:cNvPr id="86" name="TextBox 85">
            <a:extLst>
              <a:ext uri="{FF2B5EF4-FFF2-40B4-BE49-F238E27FC236}">
                <a16:creationId xmlns:a16="http://schemas.microsoft.com/office/drawing/2014/main" id="{17457DC6-4D62-0209-6F21-9F659B54E190}"/>
              </a:ext>
            </a:extLst>
          </p:cNvPr>
          <p:cNvSpPr txBox="1"/>
          <p:nvPr/>
        </p:nvSpPr>
        <p:spPr>
          <a:xfrm>
            <a:off x="768096" y="6871617"/>
            <a:ext cx="2596896" cy="140038"/>
          </a:xfrm>
          <a:prstGeom prst="rect">
            <a:avLst/>
          </a:prstGeom>
          <a:noFill/>
        </p:spPr>
        <p:txBody>
          <a:bodyPr vert="horz" wrap="square" lIns="0" tIns="0" rIns="0" bIns="0" rtlCol="0" anchor="ctr">
            <a:spAutoFit/>
          </a:bodyPr>
          <a:lstStyle/>
          <a:p>
            <a:r>
              <a:rPr lang="en-ID" sz="910" b="1">
                <a:solidFill>
                  <a:srgbClr val="FFFFFF"/>
                </a:solidFill>
                <a:latin typeface="Aptos" panose="020B0004020202020204" pitchFamily="34" charset="0"/>
              </a:rPr>
              <a:t>Fitur Utama / Rancangan Solusi</a:t>
            </a:r>
          </a:p>
        </p:txBody>
      </p:sp>
      <p:sp>
        <p:nvSpPr>
          <p:cNvPr id="87" name="TextBox 86">
            <a:extLst>
              <a:ext uri="{FF2B5EF4-FFF2-40B4-BE49-F238E27FC236}">
                <a16:creationId xmlns:a16="http://schemas.microsoft.com/office/drawing/2014/main" id="{C8697540-FBB9-E112-04FB-BA004336CEAE}"/>
              </a:ext>
            </a:extLst>
          </p:cNvPr>
          <p:cNvSpPr txBox="1"/>
          <p:nvPr/>
        </p:nvSpPr>
        <p:spPr>
          <a:xfrm>
            <a:off x="3529584" y="6846314"/>
            <a:ext cx="1444752" cy="172355"/>
          </a:xfrm>
          <a:prstGeom prst="rect">
            <a:avLst/>
          </a:prstGeom>
          <a:noFill/>
        </p:spPr>
        <p:txBody>
          <a:bodyPr vert="horz" wrap="square" lIns="0" tIns="0" rIns="0" bIns="0" rtlCol="0" anchor="ctr">
            <a:spAutoFit/>
          </a:bodyPr>
          <a:lstStyle/>
          <a:p>
            <a:pPr algn="r"/>
            <a:r>
              <a:rPr lang="en-ID" sz="560">
                <a:solidFill>
                  <a:srgbClr val="6F7480"/>
                </a:solidFill>
                <a:latin typeface="Aptos" panose="020B0004020202020204" pitchFamily="34" charset="0"/>
              </a:rPr>
              <a:t>Empat modul inti MONIKA sebagai screenshot terpisah.</a:t>
            </a:r>
          </a:p>
        </p:txBody>
      </p:sp>
      <p:sp>
        <p:nvSpPr>
          <p:cNvPr id="88" name="Rectangle: Rounded Corners 87">
            <a:extLst>
              <a:ext uri="{FF2B5EF4-FFF2-40B4-BE49-F238E27FC236}">
                <a16:creationId xmlns:a16="http://schemas.microsoft.com/office/drawing/2014/main" id="{53A3E60B-C997-9ADD-2EC2-DE8EF08A4404}"/>
              </a:ext>
            </a:extLst>
          </p:cNvPr>
          <p:cNvSpPr/>
          <p:nvPr/>
        </p:nvSpPr>
        <p:spPr>
          <a:xfrm>
            <a:off x="393192" y="7223760"/>
            <a:ext cx="2276856" cy="1417320"/>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89" name="Rectangle: Rounded Corners 88">
            <a:extLst>
              <a:ext uri="{FF2B5EF4-FFF2-40B4-BE49-F238E27FC236}">
                <a16:creationId xmlns:a16="http://schemas.microsoft.com/office/drawing/2014/main" id="{54EAEF36-1494-BB0D-BFC3-C1101E2E7403}"/>
              </a:ext>
            </a:extLst>
          </p:cNvPr>
          <p:cNvSpPr/>
          <p:nvPr/>
        </p:nvSpPr>
        <p:spPr>
          <a:xfrm>
            <a:off x="484632" y="7315200"/>
            <a:ext cx="384048" cy="201168"/>
          </a:xfrm>
          <a:prstGeom prst="roundRect">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0" name="TextBox 89">
            <a:extLst>
              <a:ext uri="{FF2B5EF4-FFF2-40B4-BE49-F238E27FC236}">
                <a16:creationId xmlns:a16="http://schemas.microsoft.com/office/drawing/2014/main" id="{8B65C839-519C-0363-0A3A-5A624D563248}"/>
              </a:ext>
            </a:extLst>
          </p:cNvPr>
          <p:cNvSpPr txBox="1"/>
          <p:nvPr/>
        </p:nvSpPr>
        <p:spPr>
          <a:xfrm>
            <a:off x="484632" y="7421338"/>
            <a:ext cx="384048" cy="73866"/>
          </a:xfrm>
          <a:prstGeom prst="rect">
            <a:avLst/>
          </a:prstGeom>
          <a:noFill/>
        </p:spPr>
        <p:txBody>
          <a:bodyPr vert="horz" wrap="square" lIns="0" tIns="0" rIns="0" bIns="0" rtlCol="0" anchor="ctr">
            <a:spAutoFit/>
          </a:bodyPr>
          <a:lstStyle/>
          <a:p>
            <a:pPr algn="ctr"/>
            <a:r>
              <a:rPr lang="en-ID" sz="480" b="1">
                <a:solidFill>
                  <a:srgbClr val="FFFFFF"/>
                </a:solidFill>
                <a:latin typeface="Aptos" panose="020B0004020202020204" pitchFamily="34" charset="0"/>
              </a:rPr>
              <a:t>FITUR 01</a:t>
            </a:r>
          </a:p>
        </p:txBody>
      </p:sp>
      <p:sp>
        <p:nvSpPr>
          <p:cNvPr id="91" name="TextBox 90">
            <a:extLst>
              <a:ext uri="{FF2B5EF4-FFF2-40B4-BE49-F238E27FC236}">
                <a16:creationId xmlns:a16="http://schemas.microsoft.com/office/drawing/2014/main" id="{7C3E3256-CED2-660A-5B90-4A5B36384129}"/>
              </a:ext>
            </a:extLst>
          </p:cNvPr>
          <p:cNvSpPr txBox="1"/>
          <p:nvPr/>
        </p:nvSpPr>
        <p:spPr>
          <a:xfrm>
            <a:off x="932688" y="7375395"/>
            <a:ext cx="1618488" cy="120033"/>
          </a:xfrm>
          <a:prstGeom prst="rect">
            <a:avLst/>
          </a:prstGeom>
          <a:noFill/>
        </p:spPr>
        <p:txBody>
          <a:bodyPr vert="horz" wrap="square" lIns="0" tIns="0" rIns="0" bIns="0" rtlCol="0" anchor="ctr">
            <a:spAutoFit/>
          </a:bodyPr>
          <a:lstStyle/>
          <a:p>
            <a:r>
              <a:rPr lang="en-ID" sz="780" b="1">
                <a:solidFill>
                  <a:srgbClr val="17233C"/>
                </a:solidFill>
                <a:latin typeface="Aptos" panose="020B0004020202020204" pitchFamily="34" charset="0"/>
              </a:rPr>
              <a:t>Dashboard User Monitor</a:t>
            </a:r>
          </a:p>
        </p:txBody>
      </p:sp>
      <p:sp>
        <p:nvSpPr>
          <p:cNvPr id="92" name="Rectangle: Rounded Corners 91">
            <a:extLst>
              <a:ext uri="{FF2B5EF4-FFF2-40B4-BE49-F238E27FC236}">
                <a16:creationId xmlns:a16="http://schemas.microsoft.com/office/drawing/2014/main" id="{876B8815-7D70-4A74-668C-C005C640B983}"/>
              </a:ext>
            </a:extLst>
          </p:cNvPr>
          <p:cNvSpPr/>
          <p:nvPr/>
        </p:nvSpPr>
        <p:spPr>
          <a:xfrm>
            <a:off x="484632" y="7580376"/>
            <a:ext cx="2093976" cy="713232"/>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94" name="Picture 93">
            <a:extLst>
              <a:ext uri="{FF2B5EF4-FFF2-40B4-BE49-F238E27FC236}">
                <a16:creationId xmlns:a16="http://schemas.microsoft.com/office/drawing/2014/main" id="{59421E35-F0E5-DA16-237A-3B2162E8F4D0}"/>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25228" y="7607808"/>
            <a:ext cx="1212783" cy="658368"/>
          </a:xfrm>
          <a:prstGeom prst="rect">
            <a:avLst/>
          </a:prstGeom>
        </p:spPr>
      </p:pic>
      <p:sp>
        <p:nvSpPr>
          <p:cNvPr id="95" name="TextBox 94">
            <a:extLst>
              <a:ext uri="{FF2B5EF4-FFF2-40B4-BE49-F238E27FC236}">
                <a16:creationId xmlns:a16="http://schemas.microsoft.com/office/drawing/2014/main" id="{C67BA74C-BE1B-B2CA-EDC9-06045F95E24A}"/>
              </a:ext>
            </a:extLst>
          </p:cNvPr>
          <p:cNvSpPr txBox="1"/>
          <p:nvPr/>
        </p:nvSpPr>
        <p:spPr>
          <a:xfrm>
            <a:off x="502920" y="8330184"/>
            <a:ext cx="2048256" cy="166199"/>
          </a:xfrm>
          <a:prstGeom prst="rect">
            <a:avLst/>
          </a:prstGeom>
          <a:noFill/>
        </p:spPr>
        <p:txBody>
          <a:bodyPr vert="horz" wrap="square" lIns="0" tIns="0" rIns="0" bIns="0" rtlCol="0" anchor="t">
            <a:spAutoFit/>
          </a:bodyPr>
          <a:lstStyle/>
          <a:p>
            <a:r>
              <a:rPr lang="en-ID" sz="540">
                <a:solidFill>
                  <a:srgbClr val="6F7480"/>
                </a:solidFill>
                <a:latin typeface="Aptos" panose="020B0004020202020204" pitchFamily="34" charset="0"/>
              </a:rPr>
              <a:t>Key metrics, aktivitas, mode interaksi, jam tersibuk, distribusi, dan alert logout.</a:t>
            </a:r>
          </a:p>
        </p:txBody>
      </p:sp>
      <p:sp>
        <p:nvSpPr>
          <p:cNvPr id="96" name="Rectangle: Rounded Corners 95">
            <a:extLst>
              <a:ext uri="{FF2B5EF4-FFF2-40B4-BE49-F238E27FC236}">
                <a16:creationId xmlns:a16="http://schemas.microsoft.com/office/drawing/2014/main" id="{66072BC9-7A14-7A9F-39DC-BDCBDE3B3178}"/>
              </a:ext>
            </a:extLst>
          </p:cNvPr>
          <p:cNvSpPr/>
          <p:nvPr/>
        </p:nvSpPr>
        <p:spPr>
          <a:xfrm>
            <a:off x="2807208" y="7223760"/>
            <a:ext cx="2276856" cy="1417320"/>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7" name="Rectangle: Rounded Corners 96">
            <a:extLst>
              <a:ext uri="{FF2B5EF4-FFF2-40B4-BE49-F238E27FC236}">
                <a16:creationId xmlns:a16="http://schemas.microsoft.com/office/drawing/2014/main" id="{6AAB68CF-CF1B-3C47-DFAD-5C8F10F25721}"/>
              </a:ext>
            </a:extLst>
          </p:cNvPr>
          <p:cNvSpPr/>
          <p:nvPr/>
        </p:nvSpPr>
        <p:spPr>
          <a:xfrm>
            <a:off x="2898648" y="7315200"/>
            <a:ext cx="384048" cy="201168"/>
          </a:xfrm>
          <a:prstGeom prst="roundRect">
            <a:avLst/>
          </a:prstGeom>
          <a:solidFill>
            <a:srgbClr val="19B47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98" name="TextBox 97">
            <a:extLst>
              <a:ext uri="{FF2B5EF4-FFF2-40B4-BE49-F238E27FC236}">
                <a16:creationId xmlns:a16="http://schemas.microsoft.com/office/drawing/2014/main" id="{13EF86F0-96CF-1E47-8AF5-FE8D8C5E1162}"/>
              </a:ext>
            </a:extLst>
          </p:cNvPr>
          <p:cNvSpPr txBox="1"/>
          <p:nvPr/>
        </p:nvSpPr>
        <p:spPr>
          <a:xfrm>
            <a:off x="2898648" y="7421338"/>
            <a:ext cx="384048" cy="73866"/>
          </a:xfrm>
          <a:prstGeom prst="rect">
            <a:avLst/>
          </a:prstGeom>
          <a:noFill/>
        </p:spPr>
        <p:txBody>
          <a:bodyPr vert="horz" wrap="square" lIns="0" tIns="0" rIns="0" bIns="0" rtlCol="0" anchor="ctr">
            <a:spAutoFit/>
          </a:bodyPr>
          <a:lstStyle/>
          <a:p>
            <a:pPr algn="ctr"/>
            <a:r>
              <a:rPr lang="en-ID" sz="480" b="1">
                <a:solidFill>
                  <a:srgbClr val="FFFFFF"/>
                </a:solidFill>
                <a:latin typeface="Aptos" panose="020B0004020202020204" pitchFamily="34" charset="0"/>
              </a:rPr>
              <a:t>FITUR 02</a:t>
            </a:r>
          </a:p>
        </p:txBody>
      </p:sp>
      <p:sp>
        <p:nvSpPr>
          <p:cNvPr id="99" name="TextBox 98">
            <a:extLst>
              <a:ext uri="{FF2B5EF4-FFF2-40B4-BE49-F238E27FC236}">
                <a16:creationId xmlns:a16="http://schemas.microsoft.com/office/drawing/2014/main" id="{06F01987-09A4-CF53-50EF-2BC2433568F2}"/>
              </a:ext>
            </a:extLst>
          </p:cNvPr>
          <p:cNvSpPr txBox="1"/>
          <p:nvPr/>
        </p:nvSpPr>
        <p:spPr>
          <a:xfrm>
            <a:off x="3346704" y="7375395"/>
            <a:ext cx="1618488" cy="120033"/>
          </a:xfrm>
          <a:prstGeom prst="rect">
            <a:avLst/>
          </a:prstGeom>
          <a:noFill/>
        </p:spPr>
        <p:txBody>
          <a:bodyPr vert="horz" wrap="square" lIns="0" tIns="0" rIns="0" bIns="0" rtlCol="0" anchor="ctr">
            <a:spAutoFit/>
          </a:bodyPr>
          <a:lstStyle/>
          <a:p>
            <a:r>
              <a:rPr lang="en-ID" sz="780" b="1">
                <a:solidFill>
                  <a:srgbClr val="17233C"/>
                </a:solidFill>
                <a:latin typeface="Aptos" panose="020B0004020202020204" pitchFamily="34" charset="0"/>
              </a:rPr>
              <a:t>Analisis Regional &amp; Unit</a:t>
            </a:r>
          </a:p>
        </p:txBody>
      </p:sp>
      <p:sp>
        <p:nvSpPr>
          <p:cNvPr id="100" name="Rectangle: Rounded Corners 99">
            <a:extLst>
              <a:ext uri="{FF2B5EF4-FFF2-40B4-BE49-F238E27FC236}">
                <a16:creationId xmlns:a16="http://schemas.microsoft.com/office/drawing/2014/main" id="{CF80BEB4-1E9D-73D4-A30C-0D2D41074208}"/>
              </a:ext>
            </a:extLst>
          </p:cNvPr>
          <p:cNvSpPr/>
          <p:nvPr/>
        </p:nvSpPr>
        <p:spPr>
          <a:xfrm>
            <a:off x="2898648" y="7580376"/>
            <a:ext cx="2093976" cy="713232"/>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02" name="Picture 101">
            <a:extLst>
              <a:ext uri="{FF2B5EF4-FFF2-40B4-BE49-F238E27FC236}">
                <a16:creationId xmlns:a16="http://schemas.microsoft.com/office/drawing/2014/main" id="{A9234E71-1C51-2FB4-C13A-4FDC32FF337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339244" y="7607808"/>
            <a:ext cx="1212783" cy="658368"/>
          </a:xfrm>
          <a:prstGeom prst="rect">
            <a:avLst/>
          </a:prstGeom>
        </p:spPr>
      </p:pic>
      <p:sp>
        <p:nvSpPr>
          <p:cNvPr id="103" name="TextBox 102">
            <a:extLst>
              <a:ext uri="{FF2B5EF4-FFF2-40B4-BE49-F238E27FC236}">
                <a16:creationId xmlns:a16="http://schemas.microsoft.com/office/drawing/2014/main" id="{ACFE10C3-DBB5-70A9-C3EC-2A9C83E18BE8}"/>
              </a:ext>
            </a:extLst>
          </p:cNvPr>
          <p:cNvSpPr txBox="1"/>
          <p:nvPr/>
        </p:nvSpPr>
        <p:spPr>
          <a:xfrm>
            <a:off x="2916936" y="8330184"/>
            <a:ext cx="2048256" cy="166199"/>
          </a:xfrm>
          <a:prstGeom prst="rect">
            <a:avLst/>
          </a:prstGeom>
          <a:noFill/>
        </p:spPr>
        <p:txBody>
          <a:bodyPr vert="horz" wrap="square" lIns="0" tIns="0" rIns="0" bIns="0" rtlCol="0" anchor="t">
            <a:spAutoFit/>
          </a:bodyPr>
          <a:lstStyle/>
          <a:p>
            <a:r>
              <a:rPr lang="nn-NO" sz="540">
                <a:solidFill>
                  <a:srgbClr val="6F7480"/>
                </a:solidFill>
                <a:latin typeface="Aptos" panose="020B0004020202020204" pitchFamily="34" charset="0"/>
              </a:rPr>
              <a:t>Peringkat unit, jam operasional, peta wilayah, distribusi geografis, dan kontributor.</a:t>
            </a:r>
            <a:endParaRPr lang="en-ID" sz="540">
              <a:solidFill>
                <a:srgbClr val="6F7480"/>
              </a:solidFill>
              <a:latin typeface="Aptos" panose="020B0004020202020204" pitchFamily="34" charset="0"/>
            </a:endParaRPr>
          </a:p>
        </p:txBody>
      </p:sp>
      <p:sp>
        <p:nvSpPr>
          <p:cNvPr id="104" name="Rectangle: Rounded Corners 103">
            <a:extLst>
              <a:ext uri="{FF2B5EF4-FFF2-40B4-BE49-F238E27FC236}">
                <a16:creationId xmlns:a16="http://schemas.microsoft.com/office/drawing/2014/main" id="{89831511-493A-3C41-7D90-1A37AA0D7711}"/>
              </a:ext>
            </a:extLst>
          </p:cNvPr>
          <p:cNvSpPr/>
          <p:nvPr/>
        </p:nvSpPr>
        <p:spPr>
          <a:xfrm>
            <a:off x="393192" y="8805672"/>
            <a:ext cx="2276856" cy="1417320"/>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5" name="Rectangle: Rounded Corners 104">
            <a:extLst>
              <a:ext uri="{FF2B5EF4-FFF2-40B4-BE49-F238E27FC236}">
                <a16:creationId xmlns:a16="http://schemas.microsoft.com/office/drawing/2014/main" id="{37E29CEC-2C9C-BBD9-D612-ECDA42940E7E}"/>
              </a:ext>
            </a:extLst>
          </p:cNvPr>
          <p:cNvSpPr/>
          <p:nvPr/>
        </p:nvSpPr>
        <p:spPr>
          <a:xfrm>
            <a:off x="484632" y="8897112"/>
            <a:ext cx="384048" cy="201168"/>
          </a:xfrm>
          <a:prstGeom prst="roundRect">
            <a:avLst/>
          </a:prstGeom>
          <a:solidFill>
            <a:srgbClr val="3B8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06" name="TextBox 105">
            <a:extLst>
              <a:ext uri="{FF2B5EF4-FFF2-40B4-BE49-F238E27FC236}">
                <a16:creationId xmlns:a16="http://schemas.microsoft.com/office/drawing/2014/main" id="{7D4459E1-4385-C168-C60F-56DF7AAA43BC}"/>
              </a:ext>
            </a:extLst>
          </p:cNvPr>
          <p:cNvSpPr txBox="1"/>
          <p:nvPr/>
        </p:nvSpPr>
        <p:spPr>
          <a:xfrm>
            <a:off x="484632" y="9003250"/>
            <a:ext cx="384048" cy="73866"/>
          </a:xfrm>
          <a:prstGeom prst="rect">
            <a:avLst/>
          </a:prstGeom>
          <a:noFill/>
        </p:spPr>
        <p:txBody>
          <a:bodyPr vert="horz" wrap="square" lIns="0" tIns="0" rIns="0" bIns="0" rtlCol="0" anchor="ctr">
            <a:spAutoFit/>
          </a:bodyPr>
          <a:lstStyle/>
          <a:p>
            <a:pPr algn="ctr"/>
            <a:r>
              <a:rPr lang="en-ID" sz="480" b="1">
                <a:solidFill>
                  <a:srgbClr val="FFFFFF"/>
                </a:solidFill>
                <a:latin typeface="Aptos" panose="020B0004020202020204" pitchFamily="34" charset="0"/>
              </a:rPr>
              <a:t>FITUR 03</a:t>
            </a:r>
          </a:p>
        </p:txBody>
      </p:sp>
      <p:sp>
        <p:nvSpPr>
          <p:cNvPr id="107" name="TextBox 106">
            <a:extLst>
              <a:ext uri="{FF2B5EF4-FFF2-40B4-BE49-F238E27FC236}">
                <a16:creationId xmlns:a16="http://schemas.microsoft.com/office/drawing/2014/main" id="{9E7175F0-5035-F934-6A96-5DC60AD50F87}"/>
              </a:ext>
            </a:extLst>
          </p:cNvPr>
          <p:cNvSpPr txBox="1"/>
          <p:nvPr/>
        </p:nvSpPr>
        <p:spPr>
          <a:xfrm>
            <a:off x="932688" y="8957307"/>
            <a:ext cx="1618488" cy="120033"/>
          </a:xfrm>
          <a:prstGeom prst="rect">
            <a:avLst/>
          </a:prstGeom>
          <a:noFill/>
        </p:spPr>
        <p:txBody>
          <a:bodyPr vert="horz" wrap="square" lIns="0" tIns="0" rIns="0" bIns="0" rtlCol="0" anchor="ctr">
            <a:spAutoFit/>
          </a:bodyPr>
          <a:lstStyle/>
          <a:p>
            <a:r>
              <a:rPr lang="en-ID" sz="780" b="1">
                <a:solidFill>
                  <a:srgbClr val="17233C"/>
                </a:solidFill>
                <a:latin typeface="Aptos" panose="020B0004020202020204" pitchFamily="34" charset="0"/>
              </a:rPr>
              <a:t>Analisis Konten</a:t>
            </a:r>
          </a:p>
        </p:txBody>
      </p:sp>
      <p:sp>
        <p:nvSpPr>
          <p:cNvPr id="108" name="Rectangle: Rounded Corners 107">
            <a:extLst>
              <a:ext uri="{FF2B5EF4-FFF2-40B4-BE49-F238E27FC236}">
                <a16:creationId xmlns:a16="http://schemas.microsoft.com/office/drawing/2014/main" id="{5BDAE77C-F68F-A0DF-E625-12DBCF4F317D}"/>
              </a:ext>
            </a:extLst>
          </p:cNvPr>
          <p:cNvSpPr/>
          <p:nvPr/>
        </p:nvSpPr>
        <p:spPr>
          <a:xfrm>
            <a:off x="484632" y="9162288"/>
            <a:ext cx="2093976" cy="713232"/>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0" name="Picture 109">
            <a:extLst>
              <a:ext uri="{FF2B5EF4-FFF2-40B4-BE49-F238E27FC236}">
                <a16:creationId xmlns:a16="http://schemas.microsoft.com/office/drawing/2014/main" id="{4EE90DD3-85CC-BD51-CB67-F98DA552FD32}"/>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25228" y="9189720"/>
            <a:ext cx="1212783" cy="658368"/>
          </a:xfrm>
          <a:prstGeom prst="rect">
            <a:avLst/>
          </a:prstGeom>
        </p:spPr>
      </p:pic>
      <p:sp>
        <p:nvSpPr>
          <p:cNvPr id="111" name="TextBox 110">
            <a:extLst>
              <a:ext uri="{FF2B5EF4-FFF2-40B4-BE49-F238E27FC236}">
                <a16:creationId xmlns:a16="http://schemas.microsoft.com/office/drawing/2014/main" id="{F8F3E592-CD63-3AB9-AD96-D04D5C834C11}"/>
              </a:ext>
            </a:extLst>
          </p:cNvPr>
          <p:cNvSpPr txBox="1"/>
          <p:nvPr/>
        </p:nvSpPr>
        <p:spPr>
          <a:xfrm>
            <a:off x="502920" y="9912096"/>
            <a:ext cx="2048256" cy="166199"/>
          </a:xfrm>
          <a:prstGeom prst="rect">
            <a:avLst/>
          </a:prstGeom>
          <a:noFill/>
        </p:spPr>
        <p:txBody>
          <a:bodyPr vert="horz" wrap="square" lIns="0" tIns="0" rIns="0" bIns="0" rtlCol="0" anchor="t">
            <a:spAutoFit/>
          </a:bodyPr>
          <a:lstStyle/>
          <a:p>
            <a:r>
              <a:rPr lang="en-ID" sz="540">
                <a:solidFill>
                  <a:srgbClr val="6F7480"/>
                </a:solidFill>
                <a:latin typeface="Aptos" panose="020B0004020202020204" pitchFamily="34" charset="0"/>
              </a:rPr>
              <a:t>Penggunaan dashboard, modul pencarian, ekspor data, dan intensi operasional pengguna.</a:t>
            </a:r>
          </a:p>
        </p:txBody>
      </p:sp>
      <p:sp>
        <p:nvSpPr>
          <p:cNvPr id="112" name="Rectangle: Rounded Corners 111">
            <a:extLst>
              <a:ext uri="{FF2B5EF4-FFF2-40B4-BE49-F238E27FC236}">
                <a16:creationId xmlns:a16="http://schemas.microsoft.com/office/drawing/2014/main" id="{80FB562A-D897-0332-FAEE-5A71C12C4D5D}"/>
              </a:ext>
            </a:extLst>
          </p:cNvPr>
          <p:cNvSpPr/>
          <p:nvPr/>
        </p:nvSpPr>
        <p:spPr>
          <a:xfrm>
            <a:off x="2807208" y="8805672"/>
            <a:ext cx="2276856" cy="1417320"/>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3" name="Rectangle: Rounded Corners 112">
            <a:extLst>
              <a:ext uri="{FF2B5EF4-FFF2-40B4-BE49-F238E27FC236}">
                <a16:creationId xmlns:a16="http://schemas.microsoft.com/office/drawing/2014/main" id="{CC9CF90D-05A9-2C6A-CE8A-ED480D726328}"/>
              </a:ext>
            </a:extLst>
          </p:cNvPr>
          <p:cNvSpPr/>
          <p:nvPr/>
        </p:nvSpPr>
        <p:spPr>
          <a:xfrm>
            <a:off x="2898648" y="8897112"/>
            <a:ext cx="384048" cy="201168"/>
          </a:xfrm>
          <a:prstGeom prst="roundRect">
            <a:avLst/>
          </a:prstGeom>
          <a:solidFill>
            <a:srgbClr val="BB4D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14" name="TextBox 113">
            <a:extLst>
              <a:ext uri="{FF2B5EF4-FFF2-40B4-BE49-F238E27FC236}">
                <a16:creationId xmlns:a16="http://schemas.microsoft.com/office/drawing/2014/main" id="{109F376B-717C-7BF7-F95A-7FB9153C73DB}"/>
              </a:ext>
            </a:extLst>
          </p:cNvPr>
          <p:cNvSpPr txBox="1"/>
          <p:nvPr/>
        </p:nvSpPr>
        <p:spPr>
          <a:xfrm>
            <a:off x="2898648" y="9003250"/>
            <a:ext cx="384048" cy="73866"/>
          </a:xfrm>
          <a:prstGeom prst="rect">
            <a:avLst/>
          </a:prstGeom>
          <a:noFill/>
        </p:spPr>
        <p:txBody>
          <a:bodyPr vert="horz" wrap="square" lIns="0" tIns="0" rIns="0" bIns="0" rtlCol="0" anchor="ctr">
            <a:spAutoFit/>
          </a:bodyPr>
          <a:lstStyle/>
          <a:p>
            <a:pPr algn="ctr"/>
            <a:r>
              <a:rPr lang="en-ID" sz="480" b="1">
                <a:solidFill>
                  <a:srgbClr val="FFFFFF"/>
                </a:solidFill>
                <a:latin typeface="Aptos" panose="020B0004020202020204" pitchFamily="34" charset="0"/>
              </a:rPr>
              <a:t>FITUR 04</a:t>
            </a:r>
          </a:p>
        </p:txBody>
      </p:sp>
      <p:sp>
        <p:nvSpPr>
          <p:cNvPr id="115" name="TextBox 114">
            <a:extLst>
              <a:ext uri="{FF2B5EF4-FFF2-40B4-BE49-F238E27FC236}">
                <a16:creationId xmlns:a16="http://schemas.microsoft.com/office/drawing/2014/main" id="{42414AFF-28F6-E972-C49E-66F95DC45E25}"/>
              </a:ext>
            </a:extLst>
          </p:cNvPr>
          <p:cNvSpPr txBox="1"/>
          <p:nvPr/>
        </p:nvSpPr>
        <p:spPr>
          <a:xfrm>
            <a:off x="3346704" y="8957307"/>
            <a:ext cx="1618488" cy="120033"/>
          </a:xfrm>
          <a:prstGeom prst="rect">
            <a:avLst/>
          </a:prstGeom>
          <a:noFill/>
        </p:spPr>
        <p:txBody>
          <a:bodyPr vert="horz" wrap="square" lIns="0" tIns="0" rIns="0" bIns="0" rtlCol="0" anchor="ctr">
            <a:spAutoFit/>
          </a:bodyPr>
          <a:lstStyle/>
          <a:p>
            <a:r>
              <a:rPr lang="en-ID" sz="780" b="1">
                <a:solidFill>
                  <a:srgbClr val="17233C"/>
                </a:solidFill>
                <a:latin typeface="Aptos" panose="020B0004020202020204" pitchFamily="34" charset="0"/>
              </a:rPr>
              <a:t>Pengaturan Akun</a:t>
            </a:r>
          </a:p>
        </p:txBody>
      </p:sp>
      <p:sp>
        <p:nvSpPr>
          <p:cNvPr id="116" name="Rectangle: Rounded Corners 115">
            <a:extLst>
              <a:ext uri="{FF2B5EF4-FFF2-40B4-BE49-F238E27FC236}">
                <a16:creationId xmlns:a16="http://schemas.microsoft.com/office/drawing/2014/main" id="{0B98A6FA-70FC-3032-DC00-DF0F01634E43}"/>
              </a:ext>
            </a:extLst>
          </p:cNvPr>
          <p:cNvSpPr/>
          <p:nvPr/>
        </p:nvSpPr>
        <p:spPr>
          <a:xfrm>
            <a:off x="2898648" y="9162288"/>
            <a:ext cx="2093976" cy="713232"/>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18" name="Picture 117">
            <a:extLst>
              <a:ext uri="{FF2B5EF4-FFF2-40B4-BE49-F238E27FC236}">
                <a16:creationId xmlns:a16="http://schemas.microsoft.com/office/drawing/2014/main" id="{53C3906C-DCC3-2962-1B95-81F5CF3D0E32}"/>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3339244" y="9189720"/>
            <a:ext cx="1212783" cy="658368"/>
          </a:xfrm>
          <a:prstGeom prst="rect">
            <a:avLst/>
          </a:prstGeom>
        </p:spPr>
      </p:pic>
      <p:sp>
        <p:nvSpPr>
          <p:cNvPr id="119" name="TextBox 118">
            <a:extLst>
              <a:ext uri="{FF2B5EF4-FFF2-40B4-BE49-F238E27FC236}">
                <a16:creationId xmlns:a16="http://schemas.microsoft.com/office/drawing/2014/main" id="{9AEB58FB-9B01-C0F5-2E06-A45EAA56A708}"/>
              </a:ext>
            </a:extLst>
          </p:cNvPr>
          <p:cNvSpPr txBox="1"/>
          <p:nvPr/>
        </p:nvSpPr>
        <p:spPr>
          <a:xfrm>
            <a:off x="2916936" y="9912096"/>
            <a:ext cx="2048256" cy="166199"/>
          </a:xfrm>
          <a:prstGeom prst="rect">
            <a:avLst/>
          </a:prstGeom>
          <a:noFill/>
        </p:spPr>
        <p:txBody>
          <a:bodyPr vert="horz" wrap="square" lIns="0" tIns="0" rIns="0" bIns="0" rtlCol="0" anchor="t">
            <a:spAutoFit/>
          </a:bodyPr>
          <a:lstStyle/>
          <a:p>
            <a:r>
              <a:rPr lang="fi-FI" sz="540">
                <a:solidFill>
                  <a:srgbClr val="6F7480"/>
                </a:solidFill>
                <a:latin typeface="Aptos" panose="020B0004020202020204" pitchFamily="34" charset="0"/>
              </a:rPr>
              <a:t>Pengelolaan profil, keamanan akun, status akses laporan, dan manajemen sesi.</a:t>
            </a:r>
            <a:endParaRPr lang="en-ID" sz="540">
              <a:solidFill>
                <a:srgbClr val="6F7480"/>
              </a:solidFill>
              <a:latin typeface="Aptos" panose="020B0004020202020204" pitchFamily="34" charset="0"/>
            </a:endParaRPr>
          </a:p>
        </p:txBody>
      </p:sp>
      <p:sp>
        <p:nvSpPr>
          <p:cNvPr id="120" name="Rectangle: Rounded Corners 119">
            <a:extLst>
              <a:ext uri="{FF2B5EF4-FFF2-40B4-BE49-F238E27FC236}">
                <a16:creationId xmlns:a16="http://schemas.microsoft.com/office/drawing/2014/main" id="{0E2B179F-16D6-2B33-2A1B-6E70E0678B88}"/>
              </a:ext>
            </a:extLst>
          </p:cNvPr>
          <p:cNvSpPr/>
          <p:nvPr/>
        </p:nvSpPr>
        <p:spPr>
          <a:xfrm>
            <a:off x="228600" y="10625328"/>
            <a:ext cx="5029200" cy="1051560"/>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1" name="Rectangle: Rounded Corners 120">
            <a:extLst>
              <a:ext uri="{FF2B5EF4-FFF2-40B4-BE49-F238E27FC236}">
                <a16:creationId xmlns:a16="http://schemas.microsoft.com/office/drawing/2014/main" id="{CE3708ED-9834-84F9-55F6-08996E1D1CC1}"/>
              </a:ext>
            </a:extLst>
          </p:cNvPr>
          <p:cNvSpPr/>
          <p:nvPr/>
        </p:nvSpPr>
        <p:spPr>
          <a:xfrm>
            <a:off x="448056" y="10767060"/>
            <a:ext cx="2359152" cy="292608"/>
          </a:xfrm>
          <a:prstGeom prst="roundRect">
            <a:avLst/>
          </a:prstGeom>
          <a:solidFill>
            <a:srgbClr val="1723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2" name="Oval 121">
            <a:extLst>
              <a:ext uri="{FF2B5EF4-FFF2-40B4-BE49-F238E27FC236}">
                <a16:creationId xmlns:a16="http://schemas.microsoft.com/office/drawing/2014/main" id="{DB5A8DA8-256C-D7A9-157A-F180053FFCFB}"/>
              </a:ext>
            </a:extLst>
          </p:cNvPr>
          <p:cNvSpPr/>
          <p:nvPr/>
        </p:nvSpPr>
        <p:spPr>
          <a:xfrm>
            <a:off x="338328" y="10735056"/>
            <a:ext cx="356616" cy="356617"/>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3" name="TextBox 122">
            <a:extLst>
              <a:ext uri="{FF2B5EF4-FFF2-40B4-BE49-F238E27FC236}">
                <a16:creationId xmlns:a16="http://schemas.microsoft.com/office/drawing/2014/main" id="{EAB82772-7B51-F341-EB35-A18657A2C6AE}"/>
              </a:ext>
            </a:extLst>
          </p:cNvPr>
          <p:cNvSpPr txBox="1"/>
          <p:nvPr/>
        </p:nvSpPr>
        <p:spPr>
          <a:xfrm>
            <a:off x="338328" y="10818155"/>
            <a:ext cx="356616" cy="110800"/>
          </a:xfrm>
          <a:prstGeom prst="rect">
            <a:avLst/>
          </a:prstGeom>
          <a:noFill/>
        </p:spPr>
        <p:txBody>
          <a:bodyPr vert="horz" wrap="square" lIns="0" tIns="0" rIns="0" bIns="0" rtlCol="0" anchor="ctr">
            <a:spAutoFit/>
          </a:bodyPr>
          <a:lstStyle/>
          <a:p>
            <a:pPr algn="ctr"/>
            <a:r>
              <a:rPr lang="en-ID" sz="720" b="1">
                <a:solidFill>
                  <a:srgbClr val="FFFFFF"/>
                </a:solidFill>
                <a:latin typeface="Aptos" panose="020B0004020202020204" pitchFamily="34" charset="0"/>
              </a:rPr>
              <a:t>04</a:t>
            </a:r>
          </a:p>
        </p:txBody>
      </p:sp>
      <p:sp>
        <p:nvSpPr>
          <p:cNvPr id="124" name="TextBox 123">
            <a:extLst>
              <a:ext uri="{FF2B5EF4-FFF2-40B4-BE49-F238E27FC236}">
                <a16:creationId xmlns:a16="http://schemas.microsoft.com/office/drawing/2014/main" id="{A9CA7FF1-746A-253A-EE14-BF2B6E7201AB}"/>
              </a:ext>
            </a:extLst>
          </p:cNvPr>
          <p:cNvSpPr txBox="1"/>
          <p:nvPr/>
        </p:nvSpPr>
        <p:spPr>
          <a:xfrm>
            <a:off x="768096" y="10840113"/>
            <a:ext cx="1956816" cy="140038"/>
          </a:xfrm>
          <a:prstGeom prst="rect">
            <a:avLst/>
          </a:prstGeom>
          <a:noFill/>
        </p:spPr>
        <p:txBody>
          <a:bodyPr vert="horz" wrap="square" lIns="0" tIns="0" rIns="0" bIns="0" rtlCol="0" anchor="ctr">
            <a:spAutoFit/>
          </a:bodyPr>
          <a:lstStyle/>
          <a:p>
            <a:r>
              <a:rPr lang="en-ID" sz="910" b="1">
                <a:solidFill>
                  <a:srgbClr val="FFFFFF"/>
                </a:solidFill>
                <a:latin typeface="Aptos" panose="020B0004020202020204" pitchFamily="34" charset="0"/>
              </a:rPr>
              <a:t>Teknologi yang Digunakan</a:t>
            </a:r>
          </a:p>
        </p:txBody>
      </p:sp>
      <p:sp>
        <p:nvSpPr>
          <p:cNvPr id="125" name="Rectangle: Rounded Corners 124">
            <a:extLst>
              <a:ext uri="{FF2B5EF4-FFF2-40B4-BE49-F238E27FC236}">
                <a16:creationId xmlns:a16="http://schemas.microsoft.com/office/drawing/2014/main" id="{6311FD5C-65F5-47C9-DD41-DEA28F41076F}"/>
              </a:ext>
            </a:extLst>
          </p:cNvPr>
          <p:cNvSpPr/>
          <p:nvPr/>
        </p:nvSpPr>
        <p:spPr>
          <a:xfrm>
            <a:off x="393192" y="11100816"/>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6" name="Rectangle 125">
            <a:extLst>
              <a:ext uri="{FF2B5EF4-FFF2-40B4-BE49-F238E27FC236}">
                <a16:creationId xmlns:a16="http://schemas.microsoft.com/office/drawing/2014/main" id="{13069731-EEF8-5049-A928-0388627036FD}"/>
              </a:ext>
            </a:extLst>
          </p:cNvPr>
          <p:cNvSpPr/>
          <p:nvPr/>
        </p:nvSpPr>
        <p:spPr>
          <a:xfrm>
            <a:off x="457200" y="11173968"/>
            <a:ext cx="82296" cy="164593"/>
          </a:xfrm>
          <a:prstGeom prst="rect">
            <a:avLst/>
          </a:prstGeom>
          <a:solidFill>
            <a:srgbClr val="222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7" name="TextBox 126">
            <a:extLst>
              <a:ext uri="{FF2B5EF4-FFF2-40B4-BE49-F238E27FC236}">
                <a16:creationId xmlns:a16="http://schemas.microsoft.com/office/drawing/2014/main" id="{166168CF-51BF-DFD2-35CC-C5E8A15CF376}"/>
              </a:ext>
            </a:extLst>
          </p:cNvPr>
          <p:cNvSpPr txBox="1"/>
          <p:nvPr/>
        </p:nvSpPr>
        <p:spPr>
          <a:xfrm>
            <a:off x="585216" y="11215240"/>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Next.js</a:t>
            </a:r>
          </a:p>
        </p:txBody>
      </p:sp>
      <p:sp>
        <p:nvSpPr>
          <p:cNvPr id="128" name="Rectangle: Rounded Corners 127">
            <a:extLst>
              <a:ext uri="{FF2B5EF4-FFF2-40B4-BE49-F238E27FC236}">
                <a16:creationId xmlns:a16="http://schemas.microsoft.com/office/drawing/2014/main" id="{8FFEC5AD-AA18-9F1B-62F7-70AF7C84533A}"/>
              </a:ext>
            </a:extLst>
          </p:cNvPr>
          <p:cNvSpPr/>
          <p:nvPr/>
        </p:nvSpPr>
        <p:spPr>
          <a:xfrm>
            <a:off x="1179576" y="11100816"/>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29" name="Rectangle 128">
            <a:extLst>
              <a:ext uri="{FF2B5EF4-FFF2-40B4-BE49-F238E27FC236}">
                <a16:creationId xmlns:a16="http://schemas.microsoft.com/office/drawing/2014/main" id="{6FF79B6C-92A2-CD02-E4B9-620C3B8095E3}"/>
              </a:ext>
            </a:extLst>
          </p:cNvPr>
          <p:cNvSpPr/>
          <p:nvPr/>
        </p:nvSpPr>
        <p:spPr>
          <a:xfrm>
            <a:off x="1243584" y="11173968"/>
            <a:ext cx="82296" cy="164593"/>
          </a:xfrm>
          <a:prstGeom prst="rect">
            <a:avLst/>
          </a:prstGeom>
          <a:solidFill>
            <a:srgbClr val="3B8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0" name="TextBox 129">
            <a:extLst>
              <a:ext uri="{FF2B5EF4-FFF2-40B4-BE49-F238E27FC236}">
                <a16:creationId xmlns:a16="http://schemas.microsoft.com/office/drawing/2014/main" id="{430CE93A-7E41-C47D-183A-301A71CCE34B}"/>
              </a:ext>
            </a:extLst>
          </p:cNvPr>
          <p:cNvSpPr txBox="1"/>
          <p:nvPr/>
        </p:nvSpPr>
        <p:spPr>
          <a:xfrm>
            <a:off x="1371600" y="11215239"/>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TypeScript</a:t>
            </a:r>
          </a:p>
        </p:txBody>
      </p:sp>
      <p:sp>
        <p:nvSpPr>
          <p:cNvPr id="131" name="Rectangle: Rounded Corners 130">
            <a:extLst>
              <a:ext uri="{FF2B5EF4-FFF2-40B4-BE49-F238E27FC236}">
                <a16:creationId xmlns:a16="http://schemas.microsoft.com/office/drawing/2014/main" id="{29A76E4D-764D-1331-FBF5-2A5D44C0EE8A}"/>
              </a:ext>
            </a:extLst>
          </p:cNvPr>
          <p:cNvSpPr/>
          <p:nvPr/>
        </p:nvSpPr>
        <p:spPr>
          <a:xfrm>
            <a:off x="1965960" y="11100816"/>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2" name="Rectangle 131">
            <a:extLst>
              <a:ext uri="{FF2B5EF4-FFF2-40B4-BE49-F238E27FC236}">
                <a16:creationId xmlns:a16="http://schemas.microsoft.com/office/drawing/2014/main" id="{839F71B8-F094-03AA-6D9E-15238BD78E98}"/>
              </a:ext>
            </a:extLst>
          </p:cNvPr>
          <p:cNvSpPr/>
          <p:nvPr/>
        </p:nvSpPr>
        <p:spPr>
          <a:xfrm>
            <a:off x="2029968" y="11173968"/>
            <a:ext cx="82296" cy="164593"/>
          </a:xfrm>
          <a:prstGeom prst="rect">
            <a:avLst/>
          </a:prstGeom>
          <a:solidFill>
            <a:srgbClr val="3B8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3" name="TextBox 132">
            <a:extLst>
              <a:ext uri="{FF2B5EF4-FFF2-40B4-BE49-F238E27FC236}">
                <a16:creationId xmlns:a16="http://schemas.microsoft.com/office/drawing/2014/main" id="{83844BE4-B0D4-1014-F397-D6A69DE6D709}"/>
              </a:ext>
            </a:extLst>
          </p:cNvPr>
          <p:cNvSpPr txBox="1"/>
          <p:nvPr/>
        </p:nvSpPr>
        <p:spPr>
          <a:xfrm>
            <a:off x="2157984" y="11215239"/>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Tailwind</a:t>
            </a:r>
          </a:p>
        </p:txBody>
      </p:sp>
      <p:sp>
        <p:nvSpPr>
          <p:cNvPr id="134" name="Rectangle: Rounded Corners 133">
            <a:extLst>
              <a:ext uri="{FF2B5EF4-FFF2-40B4-BE49-F238E27FC236}">
                <a16:creationId xmlns:a16="http://schemas.microsoft.com/office/drawing/2014/main" id="{48519C3A-776D-FEE9-7240-4AB9269BFCCA}"/>
              </a:ext>
            </a:extLst>
          </p:cNvPr>
          <p:cNvSpPr/>
          <p:nvPr/>
        </p:nvSpPr>
        <p:spPr>
          <a:xfrm>
            <a:off x="2752344" y="11100816"/>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5" name="Rectangle 134">
            <a:extLst>
              <a:ext uri="{FF2B5EF4-FFF2-40B4-BE49-F238E27FC236}">
                <a16:creationId xmlns:a16="http://schemas.microsoft.com/office/drawing/2014/main" id="{46E481DD-1D9B-B88A-754C-C27E5238042E}"/>
              </a:ext>
            </a:extLst>
          </p:cNvPr>
          <p:cNvSpPr/>
          <p:nvPr/>
        </p:nvSpPr>
        <p:spPr>
          <a:xfrm>
            <a:off x="2816352" y="11173968"/>
            <a:ext cx="82296" cy="164593"/>
          </a:xfrm>
          <a:prstGeom prst="rect">
            <a:avLst/>
          </a:prstGeom>
          <a:solidFill>
            <a:srgbClr val="19B47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6" name="TextBox 135">
            <a:extLst>
              <a:ext uri="{FF2B5EF4-FFF2-40B4-BE49-F238E27FC236}">
                <a16:creationId xmlns:a16="http://schemas.microsoft.com/office/drawing/2014/main" id="{2B9F28D7-CF56-5C82-8CB1-9096D62F09A6}"/>
              </a:ext>
            </a:extLst>
          </p:cNvPr>
          <p:cNvSpPr txBox="1"/>
          <p:nvPr/>
        </p:nvSpPr>
        <p:spPr>
          <a:xfrm>
            <a:off x="2944368" y="11215239"/>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Go</a:t>
            </a:r>
          </a:p>
        </p:txBody>
      </p:sp>
      <p:sp>
        <p:nvSpPr>
          <p:cNvPr id="137" name="Rectangle: Rounded Corners 136">
            <a:extLst>
              <a:ext uri="{FF2B5EF4-FFF2-40B4-BE49-F238E27FC236}">
                <a16:creationId xmlns:a16="http://schemas.microsoft.com/office/drawing/2014/main" id="{E5BB1069-954F-AF7E-C0BF-2D216107BB58}"/>
              </a:ext>
            </a:extLst>
          </p:cNvPr>
          <p:cNvSpPr/>
          <p:nvPr/>
        </p:nvSpPr>
        <p:spPr>
          <a:xfrm>
            <a:off x="3538728" y="11100816"/>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8" name="Rectangle 137">
            <a:extLst>
              <a:ext uri="{FF2B5EF4-FFF2-40B4-BE49-F238E27FC236}">
                <a16:creationId xmlns:a16="http://schemas.microsoft.com/office/drawing/2014/main" id="{9D70B918-DE8E-CC5B-D2F3-4E9FE6189109}"/>
              </a:ext>
            </a:extLst>
          </p:cNvPr>
          <p:cNvSpPr/>
          <p:nvPr/>
        </p:nvSpPr>
        <p:spPr>
          <a:xfrm>
            <a:off x="3602736" y="11173968"/>
            <a:ext cx="82296" cy="164593"/>
          </a:xfrm>
          <a:prstGeom prst="rect">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39" name="TextBox 138">
            <a:extLst>
              <a:ext uri="{FF2B5EF4-FFF2-40B4-BE49-F238E27FC236}">
                <a16:creationId xmlns:a16="http://schemas.microsoft.com/office/drawing/2014/main" id="{638F0D10-FA8E-DAF9-B4AA-A2FC291127AC}"/>
              </a:ext>
            </a:extLst>
          </p:cNvPr>
          <p:cNvSpPr txBox="1"/>
          <p:nvPr/>
        </p:nvSpPr>
        <p:spPr>
          <a:xfrm>
            <a:off x="3730752" y="11215239"/>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Gin</a:t>
            </a:r>
          </a:p>
        </p:txBody>
      </p:sp>
      <p:sp>
        <p:nvSpPr>
          <p:cNvPr id="140" name="Rectangle: Rounded Corners 139">
            <a:extLst>
              <a:ext uri="{FF2B5EF4-FFF2-40B4-BE49-F238E27FC236}">
                <a16:creationId xmlns:a16="http://schemas.microsoft.com/office/drawing/2014/main" id="{D812656A-D6A2-3920-C0BA-C736EBFFC456}"/>
              </a:ext>
            </a:extLst>
          </p:cNvPr>
          <p:cNvSpPr/>
          <p:nvPr/>
        </p:nvSpPr>
        <p:spPr>
          <a:xfrm>
            <a:off x="4325112" y="11100816"/>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1" name="Rectangle 140">
            <a:extLst>
              <a:ext uri="{FF2B5EF4-FFF2-40B4-BE49-F238E27FC236}">
                <a16:creationId xmlns:a16="http://schemas.microsoft.com/office/drawing/2014/main" id="{FF370548-24BB-02DB-20FB-CC8EBC8B3F29}"/>
              </a:ext>
            </a:extLst>
          </p:cNvPr>
          <p:cNvSpPr/>
          <p:nvPr/>
        </p:nvSpPr>
        <p:spPr>
          <a:xfrm>
            <a:off x="4389120" y="11173968"/>
            <a:ext cx="82296" cy="164593"/>
          </a:xfrm>
          <a:prstGeom prst="rect">
            <a:avLst/>
          </a:prstGeom>
          <a:solidFill>
            <a:srgbClr val="BB4D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2" name="TextBox 141">
            <a:extLst>
              <a:ext uri="{FF2B5EF4-FFF2-40B4-BE49-F238E27FC236}">
                <a16:creationId xmlns:a16="http://schemas.microsoft.com/office/drawing/2014/main" id="{8B5752FD-ACCF-8DF9-950B-3FA6EBCAE26D}"/>
              </a:ext>
            </a:extLst>
          </p:cNvPr>
          <p:cNvSpPr txBox="1"/>
          <p:nvPr/>
        </p:nvSpPr>
        <p:spPr>
          <a:xfrm>
            <a:off x="4517136" y="11215240"/>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GORM</a:t>
            </a:r>
          </a:p>
        </p:txBody>
      </p:sp>
      <p:sp>
        <p:nvSpPr>
          <p:cNvPr id="143" name="Rectangle: Rounded Corners 142">
            <a:extLst>
              <a:ext uri="{FF2B5EF4-FFF2-40B4-BE49-F238E27FC236}">
                <a16:creationId xmlns:a16="http://schemas.microsoft.com/office/drawing/2014/main" id="{26874D0E-F7AF-784C-B897-8ECE0DCF9B3A}"/>
              </a:ext>
            </a:extLst>
          </p:cNvPr>
          <p:cNvSpPr/>
          <p:nvPr/>
        </p:nvSpPr>
        <p:spPr>
          <a:xfrm>
            <a:off x="393192" y="11448288"/>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4" name="Rectangle 143">
            <a:extLst>
              <a:ext uri="{FF2B5EF4-FFF2-40B4-BE49-F238E27FC236}">
                <a16:creationId xmlns:a16="http://schemas.microsoft.com/office/drawing/2014/main" id="{F16EC942-ABB8-4143-008A-B5C37DC5A400}"/>
              </a:ext>
            </a:extLst>
          </p:cNvPr>
          <p:cNvSpPr/>
          <p:nvPr/>
        </p:nvSpPr>
        <p:spPr>
          <a:xfrm>
            <a:off x="457200" y="11521440"/>
            <a:ext cx="82296" cy="164592"/>
          </a:xfrm>
          <a:prstGeom prst="rect">
            <a:avLst/>
          </a:prstGeom>
          <a:solidFill>
            <a:srgbClr val="3B82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5" name="TextBox 144">
            <a:extLst>
              <a:ext uri="{FF2B5EF4-FFF2-40B4-BE49-F238E27FC236}">
                <a16:creationId xmlns:a16="http://schemas.microsoft.com/office/drawing/2014/main" id="{BEB8CE2C-1536-3DAD-3CC8-9E407CBB2667}"/>
              </a:ext>
            </a:extLst>
          </p:cNvPr>
          <p:cNvSpPr txBox="1"/>
          <p:nvPr/>
        </p:nvSpPr>
        <p:spPr>
          <a:xfrm>
            <a:off x="585216" y="11562711"/>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PostgreSQL</a:t>
            </a:r>
          </a:p>
        </p:txBody>
      </p:sp>
      <p:sp>
        <p:nvSpPr>
          <p:cNvPr id="146" name="Rectangle: Rounded Corners 145">
            <a:extLst>
              <a:ext uri="{FF2B5EF4-FFF2-40B4-BE49-F238E27FC236}">
                <a16:creationId xmlns:a16="http://schemas.microsoft.com/office/drawing/2014/main" id="{07DD75D5-093F-630B-62FE-4FCEB3C6AF2E}"/>
              </a:ext>
            </a:extLst>
          </p:cNvPr>
          <p:cNvSpPr/>
          <p:nvPr/>
        </p:nvSpPr>
        <p:spPr>
          <a:xfrm>
            <a:off x="1179576" y="11448288"/>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7" name="Rectangle 146">
            <a:extLst>
              <a:ext uri="{FF2B5EF4-FFF2-40B4-BE49-F238E27FC236}">
                <a16:creationId xmlns:a16="http://schemas.microsoft.com/office/drawing/2014/main" id="{16BA5788-5B9E-CC9F-E9AB-E4CF042AB20C}"/>
              </a:ext>
            </a:extLst>
          </p:cNvPr>
          <p:cNvSpPr/>
          <p:nvPr/>
        </p:nvSpPr>
        <p:spPr>
          <a:xfrm>
            <a:off x="1243584" y="11521440"/>
            <a:ext cx="82296" cy="164592"/>
          </a:xfrm>
          <a:prstGeom prst="rect">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48" name="TextBox 147">
            <a:extLst>
              <a:ext uri="{FF2B5EF4-FFF2-40B4-BE49-F238E27FC236}">
                <a16:creationId xmlns:a16="http://schemas.microsoft.com/office/drawing/2014/main" id="{04EF8160-8EE1-2803-2D9B-A029D80C46F0}"/>
              </a:ext>
            </a:extLst>
          </p:cNvPr>
          <p:cNvSpPr txBox="1"/>
          <p:nvPr/>
        </p:nvSpPr>
        <p:spPr>
          <a:xfrm>
            <a:off x="1371600" y="11562711"/>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Recharts</a:t>
            </a:r>
          </a:p>
        </p:txBody>
      </p:sp>
      <p:sp>
        <p:nvSpPr>
          <p:cNvPr id="149" name="Rectangle: Rounded Corners 148">
            <a:extLst>
              <a:ext uri="{FF2B5EF4-FFF2-40B4-BE49-F238E27FC236}">
                <a16:creationId xmlns:a16="http://schemas.microsoft.com/office/drawing/2014/main" id="{338BC435-361C-5C54-81B8-942CDAA9D700}"/>
              </a:ext>
            </a:extLst>
          </p:cNvPr>
          <p:cNvSpPr/>
          <p:nvPr/>
        </p:nvSpPr>
        <p:spPr>
          <a:xfrm>
            <a:off x="1965960" y="11448288"/>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0" name="Rectangle 149">
            <a:extLst>
              <a:ext uri="{FF2B5EF4-FFF2-40B4-BE49-F238E27FC236}">
                <a16:creationId xmlns:a16="http://schemas.microsoft.com/office/drawing/2014/main" id="{B27E2F18-B132-60E2-0792-3C38DA93A18E}"/>
              </a:ext>
            </a:extLst>
          </p:cNvPr>
          <p:cNvSpPr/>
          <p:nvPr/>
        </p:nvSpPr>
        <p:spPr>
          <a:xfrm>
            <a:off x="2029968" y="11521440"/>
            <a:ext cx="82296" cy="164592"/>
          </a:xfrm>
          <a:prstGeom prst="rect">
            <a:avLst/>
          </a:prstGeom>
          <a:solidFill>
            <a:srgbClr val="19B47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1" name="TextBox 150">
            <a:extLst>
              <a:ext uri="{FF2B5EF4-FFF2-40B4-BE49-F238E27FC236}">
                <a16:creationId xmlns:a16="http://schemas.microsoft.com/office/drawing/2014/main" id="{939BF1E3-6023-DB74-1A9A-3B2E978552E1}"/>
              </a:ext>
            </a:extLst>
          </p:cNvPr>
          <p:cNvSpPr txBox="1"/>
          <p:nvPr/>
        </p:nvSpPr>
        <p:spPr>
          <a:xfrm>
            <a:off x="2157984" y="11562712"/>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Leaflet</a:t>
            </a:r>
          </a:p>
        </p:txBody>
      </p:sp>
      <p:sp>
        <p:nvSpPr>
          <p:cNvPr id="152" name="Rectangle: Rounded Corners 151">
            <a:extLst>
              <a:ext uri="{FF2B5EF4-FFF2-40B4-BE49-F238E27FC236}">
                <a16:creationId xmlns:a16="http://schemas.microsoft.com/office/drawing/2014/main" id="{42E4B4FA-3A42-E563-7D54-17D24E5DDD3F}"/>
              </a:ext>
            </a:extLst>
          </p:cNvPr>
          <p:cNvSpPr/>
          <p:nvPr/>
        </p:nvSpPr>
        <p:spPr>
          <a:xfrm>
            <a:off x="2752344" y="11448288"/>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3" name="Rectangle 152">
            <a:extLst>
              <a:ext uri="{FF2B5EF4-FFF2-40B4-BE49-F238E27FC236}">
                <a16:creationId xmlns:a16="http://schemas.microsoft.com/office/drawing/2014/main" id="{32212CF0-A305-EA64-2AB8-78EC47E440CD}"/>
              </a:ext>
            </a:extLst>
          </p:cNvPr>
          <p:cNvSpPr/>
          <p:nvPr/>
        </p:nvSpPr>
        <p:spPr>
          <a:xfrm>
            <a:off x="2816352" y="11521440"/>
            <a:ext cx="82296" cy="164592"/>
          </a:xfrm>
          <a:prstGeom prst="rect">
            <a:avLst/>
          </a:prstGeom>
          <a:solidFill>
            <a:srgbClr val="222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4" name="TextBox 153">
            <a:extLst>
              <a:ext uri="{FF2B5EF4-FFF2-40B4-BE49-F238E27FC236}">
                <a16:creationId xmlns:a16="http://schemas.microsoft.com/office/drawing/2014/main" id="{E4301C64-B0FD-6CCD-FECF-B0DBC3867B70}"/>
              </a:ext>
            </a:extLst>
          </p:cNvPr>
          <p:cNvSpPr txBox="1"/>
          <p:nvPr/>
        </p:nvSpPr>
        <p:spPr>
          <a:xfrm>
            <a:off x="2944368" y="11562712"/>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Zustand</a:t>
            </a:r>
          </a:p>
        </p:txBody>
      </p:sp>
      <p:sp>
        <p:nvSpPr>
          <p:cNvPr id="155" name="Rectangle: Rounded Corners 154">
            <a:extLst>
              <a:ext uri="{FF2B5EF4-FFF2-40B4-BE49-F238E27FC236}">
                <a16:creationId xmlns:a16="http://schemas.microsoft.com/office/drawing/2014/main" id="{09689352-EDA2-2FBF-078F-E02E510BCB77}"/>
              </a:ext>
            </a:extLst>
          </p:cNvPr>
          <p:cNvSpPr/>
          <p:nvPr/>
        </p:nvSpPr>
        <p:spPr>
          <a:xfrm>
            <a:off x="3538728" y="11448288"/>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6" name="Rectangle 155">
            <a:extLst>
              <a:ext uri="{FF2B5EF4-FFF2-40B4-BE49-F238E27FC236}">
                <a16:creationId xmlns:a16="http://schemas.microsoft.com/office/drawing/2014/main" id="{A1E9AFE5-83D0-9E78-15C8-2385CF86B34F}"/>
              </a:ext>
            </a:extLst>
          </p:cNvPr>
          <p:cNvSpPr/>
          <p:nvPr/>
        </p:nvSpPr>
        <p:spPr>
          <a:xfrm>
            <a:off x="3602736" y="11521440"/>
            <a:ext cx="82296" cy="164592"/>
          </a:xfrm>
          <a:prstGeom prst="rect">
            <a:avLst/>
          </a:prstGeom>
          <a:solidFill>
            <a:srgbClr val="BB4D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7" name="TextBox 156">
            <a:extLst>
              <a:ext uri="{FF2B5EF4-FFF2-40B4-BE49-F238E27FC236}">
                <a16:creationId xmlns:a16="http://schemas.microsoft.com/office/drawing/2014/main" id="{37F92D60-F19A-3249-3F30-389268F0B674}"/>
              </a:ext>
            </a:extLst>
          </p:cNvPr>
          <p:cNvSpPr txBox="1"/>
          <p:nvPr/>
        </p:nvSpPr>
        <p:spPr>
          <a:xfrm>
            <a:off x="3730752" y="11562712"/>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Figma</a:t>
            </a:r>
          </a:p>
        </p:txBody>
      </p:sp>
      <p:sp>
        <p:nvSpPr>
          <p:cNvPr id="158" name="Rectangle: Rounded Corners 157">
            <a:extLst>
              <a:ext uri="{FF2B5EF4-FFF2-40B4-BE49-F238E27FC236}">
                <a16:creationId xmlns:a16="http://schemas.microsoft.com/office/drawing/2014/main" id="{72E6C8B4-CE60-875D-4D71-BC6FB9B29765}"/>
              </a:ext>
            </a:extLst>
          </p:cNvPr>
          <p:cNvSpPr/>
          <p:nvPr/>
        </p:nvSpPr>
        <p:spPr>
          <a:xfrm>
            <a:off x="4325112" y="11448288"/>
            <a:ext cx="694944" cy="310896"/>
          </a:xfrm>
          <a:prstGeom prst="roundRect">
            <a:avLst/>
          </a:prstGeom>
          <a:solidFill>
            <a:srgbClr val="FFFFFF"/>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9" name="Rectangle 158">
            <a:extLst>
              <a:ext uri="{FF2B5EF4-FFF2-40B4-BE49-F238E27FC236}">
                <a16:creationId xmlns:a16="http://schemas.microsoft.com/office/drawing/2014/main" id="{09FA2F7B-0ED3-9FAD-9107-8ED8BDCBFB2C}"/>
              </a:ext>
            </a:extLst>
          </p:cNvPr>
          <p:cNvSpPr/>
          <p:nvPr/>
        </p:nvSpPr>
        <p:spPr>
          <a:xfrm>
            <a:off x="4389120" y="11521440"/>
            <a:ext cx="82296" cy="164592"/>
          </a:xfrm>
          <a:prstGeom prst="rect">
            <a:avLst/>
          </a:prstGeom>
          <a:solidFill>
            <a:srgbClr val="22222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0" name="TextBox 159">
            <a:extLst>
              <a:ext uri="{FF2B5EF4-FFF2-40B4-BE49-F238E27FC236}">
                <a16:creationId xmlns:a16="http://schemas.microsoft.com/office/drawing/2014/main" id="{95A07F05-61C0-AC81-523F-00AA1D6A0B4A}"/>
              </a:ext>
            </a:extLst>
          </p:cNvPr>
          <p:cNvSpPr txBox="1"/>
          <p:nvPr/>
        </p:nvSpPr>
        <p:spPr>
          <a:xfrm>
            <a:off x="4517136" y="11562712"/>
            <a:ext cx="448056" cy="93872"/>
          </a:xfrm>
          <a:prstGeom prst="rect">
            <a:avLst/>
          </a:prstGeom>
          <a:noFill/>
        </p:spPr>
        <p:txBody>
          <a:bodyPr vert="horz" wrap="square" lIns="0" tIns="0" rIns="0" bIns="0" rtlCol="0" anchor="ctr">
            <a:spAutoFit/>
          </a:bodyPr>
          <a:lstStyle/>
          <a:p>
            <a:pPr algn="ctr"/>
            <a:r>
              <a:rPr lang="en-ID" sz="610" b="1">
                <a:solidFill>
                  <a:srgbClr val="17233C"/>
                </a:solidFill>
                <a:latin typeface="Aptos" panose="020B0004020202020204" pitchFamily="34" charset="0"/>
              </a:rPr>
              <a:t>GitHub</a:t>
            </a:r>
          </a:p>
        </p:txBody>
      </p:sp>
      <p:sp>
        <p:nvSpPr>
          <p:cNvPr id="161" name="Rectangle: Rounded Corners 160">
            <a:extLst>
              <a:ext uri="{FF2B5EF4-FFF2-40B4-BE49-F238E27FC236}">
                <a16:creationId xmlns:a16="http://schemas.microsoft.com/office/drawing/2014/main" id="{D7B3AE6C-BC27-FF78-F2C3-7214B0017AAA}"/>
              </a:ext>
            </a:extLst>
          </p:cNvPr>
          <p:cNvSpPr/>
          <p:nvPr/>
        </p:nvSpPr>
        <p:spPr>
          <a:xfrm>
            <a:off x="228600" y="11804904"/>
            <a:ext cx="5029200" cy="1517904"/>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2" name="Rectangle: Rounded Corners 161">
            <a:extLst>
              <a:ext uri="{FF2B5EF4-FFF2-40B4-BE49-F238E27FC236}">
                <a16:creationId xmlns:a16="http://schemas.microsoft.com/office/drawing/2014/main" id="{65E03217-5AB4-EA22-E100-6357025E48D3}"/>
              </a:ext>
            </a:extLst>
          </p:cNvPr>
          <p:cNvSpPr/>
          <p:nvPr/>
        </p:nvSpPr>
        <p:spPr>
          <a:xfrm>
            <a:off x="448056" y="11946636"/>
            <a:ext cx="3090672" cy="292608"/>
          </a:xfrm>
          <a:prstGeom prst="roundRect">
            <a:avLst/>
          </a:prstGeom>
          <a:solidFill>
            <a:srgbClr val="1723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3" name="Oval 162">
            <a:extLst>
              <a:ext uri="{FF2B5EF4-FFF2-40B4-BE49-F238E27FC236}">
                <a16:creationId xmlns:a16="http://schemas.microsoft.com/office/drawing/2014/main" id="{C672CE80-794F-D4FB-787E-538951B34773}"/>
              </a:ext>
            </a:extLst>
          </p:cNvPr>
          <p:cNvSpPr/>
          <p:nvPr/>
        </p:nvSpPr>
        <p:spPr>
          <a:xfrm>
            <a:off x="338328" y="11914632"/>
            <a:ext cx="356616" cy="356616"/>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64" name="TextBox 163">
            <a:extLst>
              <a:ext uri="{FF2B5EF4-FFF2-40B4-BE49-F238E27FC236}">
                <a16:creationId xmlns:a16="http://schemas.microsoft.com/office/drawing/2014/main" id="{B575F343-B0E1-B55C-5D13-180957102866}"/>
              </a:ext>
            </a:extLst>
          </p:cNvPr>
          <p:cNvSpPr txBox="1"/>
          <p:nvPr/>
        </p:nvSpPr>
        <p:spPr>
          <a:xfrm>
            <a:off x="338328" y="11997731"/>
            <a:ext cx="356616" cy="110800"/>
          </a:xfrm>
          <a:prstGeom prst="rect">
            <a:avLst/>
          </a:prstGeom>
          <a:noFill/>
        </p:spPr>
        <p:txBody>
          <a:bodyPr vert="horz" wrap="square" lIns="0" tIns="0" rIns="0" bIns="0" rtlCol="0" anchor="ctr">
            <a:spAutoFit/>
          </a:bodyPr>
          <a:lstStyle/>
          <a:p>
            <a:pPr algn="ctr"/>
            <a:r>
              <a:rPr lang="en-ID" sz="720" b="1">
                <a:solidFill>
                  <a:srgbClr val="FFFFFF"/>
                </a:solidFill>
                <a:latin typeface="Aptos" panose="020B0004020202020204" pitchFamily="34" charset="0"/>
              </a:rPr>
              <a:t>05</a:t>
            </a:r>
          </a:p>
        </p:txBody>
      </p:sp>
      <p:sp>
        <p:nvSpPr>
          <p:cNvPr id="165" name="TextBox 164">
            <a:extLst>
              <a:ext uri="{FF2B5EF4-FFF2-40B4-BE49-F238E27FC236}">
                <a16:creationId xmlns:a16="http://schemas.microsoft.com/office/drawing/2014/main" id="{1993F7FC-0777-4844-2681-8DD23ACE3F6F}"/>
              </a:ext>
            </a:extLst>
          </p:cNvPr>
          <p:cNvSpPr txBox="1"/>
          <p:nvPr/>
        </p:nvSpPr>
        <p:spPr>
          <a:xfrm>
            <a:off x="768096" y="12019689"/>
            <a:ext cx="2688336" cy="140038"/>
          </a:xfrm>
          <a:prstGeom prst="rect">
            <a:avLst/>
          </a:prstGeom>
          <a:noFill/>
        </p:spPr>
        <p:txBody>
          <a:bodyPr vert="horz" wrap="square" lIns="0" tIns="0" rIns="0" bIns="0" rtlCol="0" anchor="ctr">
            <a:spAutoFit/>
          </a:bodyPr>
          <a:lstStyle/>
          <a:p>
            <a:r>
              <a:rPr lang="en-ID" sz="910" b="1">
                <a:solidFill>
                  <a:srgbClr val="FFFFFF"/>
                </a:solidFill>
                <a:latin typeface="Aptos" panose="020B0004020202020204" pitchFamily="34" charset="0"/>
              </a:rPr>
              <a:t>Hasil Implementasi / Desain Solusi</a:t>
            </a:r>
          </a:p>
        </p:txBody>
      </p:sp>
      <p:sp>
        <p:nvSpPr>
          <p:cNvPr id="166" name="Rectangle: Rounded Corners 165">
            <a:extLst>
              <a:ext uri="{FF2B5EF4-FFF2-40B4-BE49-F238E27FC236}">
                <a16:creationId xmlns:a16="http://schemas.microsoft.com/office/drawing/2014/main" id="{C47890C8-372D-43A6-9F8B-5D08CB5379AD}"/>
              </a:ext>
            </a:extLst>
          </p:cNvPr>
          <p:cNvSpPr/>
          <p:nvPr/>
        </p:nvSpPr>
        <p:spPr>
          <a:xfrm>
            <a:off x="429768" y="12298680"/>
            <a:ext cx="2514600" cy="822961"/>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68" name="Picture 167">
            <a:extLst>
              <a:ext uri="{FF2B5EF4-FFF2-40B4-BE49-F238E27FC236}">
                <a16:creationId xmlns:a16="http://schemas.microsoft.com/office/drawing/2014/main" id="{09045641-8DBC-56FD-D23B-ACE8FC89FC38}"/>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996455" y="12335256"/>
            <a:ext cx="1381225" cy="749808"/>
          </a:xfrm>
          <a:prstGeom prst="rect">
            <a:avLst/>
          </a:prstGeom>
        </p:spPr>
      </p:pic>
      <p:sp>
        <p:nvSpPr>
          <p:cNvPr id="169" name="Rectangle: Rounded Corners 168">
            <a:extLst>
              <a:ext uri="{FF2B5EF4-FFF2-40B4-BE49-F238E27FC236}">
                <a16:creationId xmlns:a16="http://schemas.microsoft.com/office/drawing/2014/main" id="{B90ABEA2-C99F-C2E7-EDD2-6CFB7888B710}"/>
              </a:ext>
            </a:extLst>
          </p:cNvPr>
          <p:cNvSpPr/>
          <p:nvPr/>
        </p:nvSpPr>
        <p:spPr>
          <a:xfrm>
            <a:off x="3090672" y="12298680"/>
            <a:ext cx="566928" cy="585217"/>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71" name="Picture 170">
            <a:extLst>
              <a:ext uri="{FF2B5EF4-FFF2-40B4-BE49-F238E27FC236}">
                <a16:creationId xmlns:a16="http://schemas.microsoft.com/office/drawing/2014/main" id="{63CFBFA1-82F3-6AA6-8613-8D5A2783E02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118104" y="12452299"/>
            <a:ext cx="512064" cy="277978"/>
          </a:xfrm>
          <a:prstGeom prst="rect">
            <a:avLst/>
          </a:prstGeom>
        </p:spPr>
      </p:pic>
      <p:sp>
        <p:nvSpPr>
          <p:cNvPr id="172" name="Rectangle: Rounded Corners 171">
            <a:extLst>
              <a:ext uri="{FF2B5EF4-FFF2-40B4-BE49-F238E27FC236}">
                <a16:creationId xmlns:a16="http://schemas.microsoft.com/office/drawing/2014/main" id="{000AE791-6636-D521-F089-088CD7927608}"/>
              </a:ext>
            </a:extLst>
          </p:cNvPr>
          <p:cNvSpPr/>
          <p:nvPr/>
        </p:nvSpPr>
        <p:spPr>
          <a:xfrm>
            <a:off x="3739896" y="12298680"/>
            <a:ext cx="566928" cy="585217"/>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74" name="Picture 173">
            <a:extLst>
              <a:ext uri="{FF2B5EF4-FFF2-40B4-BE49-F238E27FC236}">
                <a16:creationId xmlns:a16="http://schemas.microsoft.com/office/drawing/2014/main" id="{D99AAA0D-C30C-9684-5C0B-4FB7D8C43957}"/>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3767328" y="12452299"/>
            <a:ext cx="512064" cy="277978"/>
          </a:xfrm>
          <a:prstGeom prst="rect">
            <a:avLst/>
          </a:prstGeom>
        </p:spPr>
      </p:pic>
      <p:sp>
        <p:nvSpPr>
          <p:cNvPr id="175" name="Rectangle: Rounded Corners 174">
            <a:extLst>
              <a:ext uri="{FF2B5EF4-FFF2-40B4-BE49-F238E27FC236}">
                <a16:creationId xmlns:a16="http://schemas.microsoft.com/office/drawing/2014/main" id="{9FCFFEB5-1FEE-E622-F4EC-8EAE58BEB3D3}"/>
              </a:ext>
            </a:extLst>
          </p:cNvPr>
          <p:cNvSpPr/>
          <p:nvPr/>
        </p:nvSpPr>
        <p:spPr>
          <a:xfrm>
            <a:off x="4389120" y="12298680"/>
            <a:ext cx="566928" cy="585217"/>
          </a:xfrm>
          <a:prstGeom prst="roundRect">
            <a:avLst/>
          </a:prstGeom>
          <a:solidFill>
            <a:srgbClr val="F7F8FA"/>
          </a:solidFill>
          <a:ln w="8255">
            <a:solidFill>
              <a:srgbClr val="E7E8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pic>
        <p:nvPicPr>
          <p:cNvPr id="177" name="Picture 176">
            <a:extLst>
              <a:ext uri="{FF2B5EF4-FFF2-40B4-BE49-F238E27FC236}">
                <a16:creationId xmlns:a16="http://schemas.microsoft.com/office/drawing/2014/main" id="{42FAA874-1A18-C881-31D5-86DE7C1791DE}"/>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416552" y="12452299"/>
            <a:ext cx="512064" cy="277978"/>
          </a:xfrm>
          <a:prstGeom prst="rect">
            <a:avLst/>
          </a:prstGeom>
        </p:spPr>
      </p:pic>
      <p:sp>
        <p:nvSpPr>
          <p:cNvPr id="178" name="TextBox 177">
            <a:extLst>
              <a:ext uri="{FF2B5EF4-FFF2-40B4-BE49-F238E27FC236}">
                <a16:creationId xmlns:a16="http://schemas.microsoft.com/office/drawing/2014/main" id="{92F19BFF-5B28-7276-49A1-EB4FDDCC7A83}"/>
              </a:ext>
            </a:extLst>
          </p:cNvPr>
          <p:cNvSpPr txBox="1"/>
          <p:nvPr/>
        </p:nvSpPr>
        <p:spPr>
          <a:xfrm>
            <a:off x="3090672" y="12938760"/>
            <a:ext cx="1856232" cy="263149"/>
          </a:xfrm>
          <a:prstGeom prst="rect">
            <a:avLst/>
          </a:prstGeom>
          <a:noFill/>
        </p:spPr>
        <p:txBody>
          <a:bodyPr vert="horz" wrap="square" lIns="0" tIns="0" rIns="0" bIns="0" rtlCol="0" anchor="t">
            <a:spAutoFit/>
          </a:bodyPr>
          <a:lstStyle/>
          <a:p>
            <a:r>
              <a:rPr lang="en-ID" sz="570">
                <a:solidFill>
                  <a:srgbClr val="6F7480"/>
                </a:solidFill>
                <a:latin typeface="Aptos" panose="020B0004020202020204" pitchFamily="34" charset="0"/>
              </a:rPr>
              <a:t>Tampilan dashboard MONIKA menyatukan ringkasan aktivitas, visualisasi data, dan pemantauan akses pengguna dalam satu antarmuka.</a:t>
            </a:r>
          </a:p>
        </p:txBody>
      </p:sp>
      <p:sp>
        <p:nvSpPr>
          <p:cNvPr id="179" name="Rectangle: Rounded Corners 178">
            <a:extLst>
              <a:ext uri="{FF2B5EF4-FFF2-40B4-BE49-F238E27FC236}">
                <a16:creationId xmlns:a16="http://schemas.microsoft.com/office/drawing/2014/main" id="{3602E2EB-EA37-8DC3-D871-B8BAA611FA4C}"/>
              </a:ext>
            </a:extLst>
          </p:cNvPr>
          <p:cNvSpPr/>
          <p:nvPr/>
        </p:nvSpPr>
        <p:spPr>
          <a:xfrm>
            <a:off x="228600" y="13441680"/>
            <a:ext cx="5029200" cy="877824"/>
          </a:xfrm>
          <a:prstGeom prst="roundRect">
            <a:avLst/>
          </a:prstGeom>
          <a:solidFill>
            <a:srgbClr val="FFFFFF"/>
          </a:solidFill>
          <a:ln w="8255">
            <a:solidFill>
              <a:srgbClr val="E7E8EC"/>
            </a:solidFill>
          </a:ln>
          <a:effectLst>
            <a:outerShdw blurRad="38100" dist="27474" dir="3378617" rotWithShape="0">
              <a:srgbClr val="89909C">
                <a:alpha val="16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0" name="Rectangle: Rounded Corners 179">
            <a:extLst>
              <a:ext uri="{FF2B5EF4-FFF2-40B4-BE49-F238E27FC236}">
                <a16:creationId xmlns:a16="http://schemas.microsoft.com/office/drawing/2014/main" id="{06945097-C3F8-0905-FE8B-1EAEC4ADF9F4}"/>
              </a:ext>
            </a:extLst>
          </p:cNvPr>
          <p:cNvSpPr/>
          <p:nvPr/>
        </p:nvSpPr>
        <p:spPr>
          <a:xfrm>
            <a:off x="448056" y="13565124"/>
            <a:ext cx="1993392" cy="292608"/>
          </a:xfrm>
          <a:prstGeom prst="roundRect">
            <a:avLst/>
          </a:prstGeom>
          <a:solidFill>
            <a:srgbClr val="17233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1" name="Oval 180">
            <a:extLst>
              <a:ext uri="{FF2B5EF4-FFF2-40B4-BE49-F238E27FC236}">
                <a16:creationId xmlns:a16="http://schemas.microsoft.com/office/drawing/2014/main" id="{8401DB6B-BD63-094B-DDEB-75DDD283F354}"/>
              </a:ext>
            </a:extLst>
          </p:cNvPr>
          <p:cNvSpPr/>
          <p:nvPr/>
        </p:nvSpPr>
        <p:spPr>
          <a:xfrm>
            <a:off x="338328" y="13533120"/>
            <a:ext cx="356616" cy="356615"/>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82" name="TextBox 181">
            <a:extLst>
              <a:ext uri="{FF2B5EF4-FFF2-40B4-BE49-F238E27FC236}">
                <a16:creationId xmlns:a16="http://schemas.microsoft.com/office/drawing/2014/main" id="{47C84C2B-12CB-D0E3-64DC-A0BFCE92FD2F}"/>
              </a:ext>
            </a:extLst>
          </p:cNvPr>
          <p:cNvSpPr txBox="1"/>
          <p:nvPr/>
        </p:nvSpPr>
        <p:spPr>
          <a:xfrm>
            <a:off x="338328" y="13616219"/>
            <a:ext cx="356616" cy="110800"/>
          </a:xfrm>
          <a:prstGeom prst="rect">
            <a:avLst/>
          </a:prstGeom>
          <a:noFill/>
        </p:spPr>
        <p:txBody>
          <a:bodyPr vert="horz" wrap="square" lIns="0" tIns="0" rIns="0" bIns="0" rtlCol="0" anchor="ctr">
            <a:spAutoFit/>
          </a:bodyPr>
          <a:lstStyle/>
          <a:p>
            <a:pPr algn="ctr"/>
            <a:r>
              <a:rPr lang="en-ID" sz="720" b="1">
                <a:solidFill>
                  <a:srgbClr val="FFFFFF"/>
                </a:solidFill>
                <a:latin typeface="Aptos" panose="020B0004020202020204" pitchFamily="34" charset="0"/>
              </a:rPr>
              <a:t>06</a:t>
            </a:r>
          </a:p>
        </p:txBody>
      </p:sp>
      <p:sp>
        <p:nvSpPr>
          <p:cNvPr id="183" name="TextBox 182">
            <a:extLst>
              <a:ext uri="{FF2B5EF4-FFF2-40B4-BE49-F238E27FC236}">
                <a16:creationId xmlns:a16="http://schemas.microsoft.com/office/drawing/2014/main" id="{EAE8ECB6-539C-B70E-96B3-F34B57A590DD}"/>
              </a:ext>
            </a:extLst>
          </p:cNvPr>
          <p:cNvSpPr txBox="1"/>
          <p:nvPr/>
        </p:nvSpPr>
        <p:spPr>
          <a:xfrm>
            <a:off x="768096" y="13638177"/>
            <a:ext cx="1591056" cy="140038"/>
          </a:xfrm>
          <a:prstGeom prst="rect">
            <a:avLst/>
          </a:prstGeom>
          <a:noFill/>
        </p:spPr>
        <p:txBody>
          <a:bodyPr vert="horz" wrap="square" lIns="0" tIns="0" rIns="0" bIns="0" rtlCol="0" anchor="ctr">
            <a:spAutoFit/>
          </a:bodyPr>
          <a:lstStyle/>
          <a:p>
            <a:r>
              <a:rPr lang="en-ID" sz="910" b="1">
                <a:solidFill>
                  <a:srgbClr val="FFFFFF"/>
                </a:solidFill>
                <a:latin typeface="Aptos" panose="020B0004020202020204" pitchFamily="34" charset="0"/>
              </a:rPr>
              <a:t>Akses &amp; Dokumentasi</a:t>
            </a:r>
          </a:p>
        </p:txBody>
      </p:sp>
      <p:pic>
        <p:nvPicPr>
          <p:cNvPr id="185" name="Picture 184">
            <a:extLst>
              <a:ext uri="{FF2B5EF4-FFF2-40B4-BE49-F238E27FC236}">
                <a16:creationId xmlns:a16="http://schemas.microsoft.com/office/drawing/2014/main" id="{8254F0E4-AE9B-33BE-5DFF-E0571E48948B}"/>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438912" y="13807439"/>
            <a:ext cx="402336" cy="402336"/>
          </a:xfrm>
          <a:prstGeom prst="rect">
            <a:avLst/>
          </a:prstGeom>
        </p:spPr>
      </p:pic>
      <p:sp>
        <p:nvSpPr>
          <p:cNvPr id="186" name="TextBox 185">
            <a:extLst>
              <a:ext uri="{FF2B5EF4-FFF2-40B4-BE49-F238E27FC236}">
                <a16:creationId xmlns:a16="http://schemas.microsoft.com/office/drawing/2014/main" id="{11B1299D-8E73-E9C0-1D53-F262F817BCBB}"/>
              </a:ext>
            </a:extLst>
          </p:cNvPr>
          <p:cNvSpPr txBox="1"/>
          <p:nvPr/>
        </p:nvSpPr>
        <p:spPr>
          <a:xfrm>
            <a:off x="896112" y="13884474"/>
            <a:ext cx="640080" cy="104644"/>
          </a:xfrm>
          <a:prstGeom prst="rect">
            <a:avLst/>
          </a:prstGeom>
          <a:noFill/>
        </p:spPr>
        <p:txBody>
          <a:bodyPr vert="horz" wrap="square" lIns="0" tIns="0" rIns="0" bIns="0" rtlCol="0" anchor="ctr">
            <a:spAutoFit/>
          </a:bodyPr>
          <a:lstStyle/>
          <a:p>
            <a:r>
              <a:rPr lang="en-ID" sz="680" b="1">
                <a:solidFill>
                  <a:srgbClr val="17233C"/>
                </a:solidFill>
                <a:latin typeface="Aptos" panose="020B0004020202020204" pitchFamily="34" charset="0"/>
              </a:rPr>
              <a:t>Prototype</a:t>
            </a:r>
          </a:p>
        </p:txBody>
      </p:sp>
      <p:sp>
        <p:nvSpPr>
          <p:cNvPr id="187" name="TextBox 186">
            <a:extLst>
              <a:ext uri="{FF2B5EF4-FFF2-40B4-BE49-F238E27FC236}">
                <a16:creationId xmlns:a16="http://schemas.microsoft.com/office/drawing/2014/main" id="{AB2AC776-D9DE-EB85-CDAC-5A33677BD563}"/>
              </a:ext>
            </a:extLst>
          </p:cNvPr>
          <p:cNvSpPr txBox="1"/>
          <p:nvPr/>
        </p:nvSpPr>
        <p:spPr>
          <a:xfrm>
            <a:off x="896112" y="14062145"/>
            <a:ext cx="1124712" cy="78483"/>
          </a:xfrm>
          <a:prstGeom prst="rect">
            <a:avLst/>
          </a:prstGeom>
          <a:noFill/>
        </p:spPr>
        <p:txBody>
          <a:bodyPr vert="horz" wrap="square" lIns="0" tIns="0" rIns="0" bIns="0" rtlCol="0" anchor="ctr">
            <a:spAutoFit/>
          </a:bodyPr>
          <a:lstStyle/>
          <a:p>
            <a:r>
              <a:rPr lang="en-ID" sz="510">
                <a:solidFill>
                  <a:srgbClr val="6F7480"/>
                </a:solidFill>
                <a:latin typeface="Aptos" panose="020B0004020202020204" pitchFamily="34" charset="0"/>
              </a:rPr>
              <a:t>Scan untuk melihat prototype MONIKA</a:t>
            </a:r>
          </a:p>
        </p:txBody>
      </p:sp>
      <p:cxnSp>
        <p:nvCxnSpPr>
          <p:cNvPr id="188" name="Straight Connector 187">
            <a:extLst>
              <a:ext uri="{FF2B5EF4-FFF2-40B4-BE49-F238E27FC236}">
                <a16:creationId xmlns:a16="http://schemas.microsoft.com/office/drawing/2014/main" id="{27853E61-4A23-B0B5-D105-74FAD77D59C6}"/>
              </a:ext>
            </a:extLst>
          </p:cNvPr>
          <p:cNvCxnSpPr/>
          <p:nvPr/>
        </p:nvCxnSpPr>
        <p:spPr>
          <a:xfrm>
            <a:off x="2075688" y="13780008"/>
            <a:ext cx="0" cy="420624"/>
          </a:xfrm>
          <a:prstGeom prst="line">
            <a:avLst/>
          </a:prstGeom>
          <a:ln w="8890">
            <a:solidFill>
              <a:srgbClr val="E7E8EC"/>
            </a:solidFill>
          </a:ln>
        </p:spPr>
        <p:style>
          <a:lnRef idx="1">
            <a:schemeClr val="accent1"/>
          </a:lnRef>
          <a:fillRef idx="0">
            <a:schemeClr val="accent1"/>
          </a:fillRef>
          <a:effectRef idx="0">
            <a:schemeClr val="accent1"/>
          </a:effectRef>
          <a:fontRef idx="minor">
            <a:schemeClr val="tx1"/>
          </a:fontRef>
        </p:style>
      </p:cxnSp>
      <p:sp>
        <p:nvSpPr>
          <p:cNvPr id="189" name="Oval 188">
            <a:extLst>
              <a:ext uri="{FF2B5EF4-FFF2-40B4-BE49-F238E27FC236}">
                <a16:creationId xmlns:a16="http://schemas.microsoft.com/office/drawing/2014/main" id="{75BC92C4-6249-D1DB-489B-D1BF8D7107BC}"/>
              </a:ext>
            </a:extLst>
          </p:cNvPr>
          <p:cNvSpPr/>
          <p:nvPr/>
        </p:nvSpPr>
        <p:spPr>
          <a:xfrm>
            <a:off x="2212848" y="13825728"/>
            <a:ext cx="283464" cy="283464"/>
          </a:xfrm>
          <a:prstGeom prst="ellipse">
            <a:avLst/>
          </a:prstGeom>
          <a:solidFill>
            <a:srgbClr val="FE9A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0" name="TextBox 189">
            <a:extLst>
              <a:ext uri="{FF2B5EF4-FFF2-40B4-BE49-F238E27FC236}">
                <a16:creationId xmlns:a16="http://schemas.microsoft.com/office/drawing/2014/main" id="{C7A6DFF0-6F5C-75AB-5ECB-16CCCD9D229D}"/>
              </a:ext>
            </a:extLst>
          </p:cNvPr>
          <p:cNvSpPr txBox="1"/>
          <p:nvPr/>
        </p:nvSpPr>
        <p:spPr>
          <a:xfrm>
            <a:off x="2212848" y="13923447"/>
            <a:ext cx="283464" cy="81561"/>
          </a:xfrm>
          <a:prstGeom prst="rect">
            <a:avLst/>
          </a:prstGeom>
          <a:noFill/>
        </p:spPr>
        <p:txBody>
          <a:bodyPr vert="horz" wrap="square" lIns="0" tIns="0" rIns="0" bIns="0" rtlCol="0" anchor="ctr">
            <a:spAutoFit/>
          </a:bodyPr>
          <a:lstStyle/>
          <a:p>
            <a:pPr algn="ctr"/>
            <a:r>
              <a:rPr lang="en-ID" sz="530" b="1">
                <a:solidFill>
                  <a:srgbClr val="FFFFFF"/>
                </a:solidFill>
                <a:latin typeface="Aptos" panose="020B0004020202020204" pitchFamily="34" charset="0"/>
              </a:rPr>
              <a:t>GH</a:t>
            </a:r>
          </a:p>
        </p:txBody>
      </p:sp>
      <p:sp>
        <p:nvSpPr>
          <p:cNvPr id="191" name="TextBox 190">
            <a:extLst>
              <a:ext uri="{FF2B5EF4-FFF2-40B4-BE49-F238E27FC236}">
                <a16:creationId xmlns:a16="http://schemas.microsoft.com/office/drawing/2014/main" id="{033514C9-B444-1232-8B2F-1DBFC6357388}"/>
              </a:ext>
            </a:extLst>
          </p:cNvPr>
          <p:cNvSpPr txBox="1"/>
          <p:nvPr/>
        </p:nvSpPr>
        <p:spPr>
          <a:xfrm>
            <a:off x="2578608" y="13884474"/>
            <a:ext cx="685800" cy="104644"/>
          </a:xfrm>
          <a:prstGeom prst="rect">
            <a:avLst/>
          </a:prstGeom>
          <a:noFill/>
        </p:spPr>
        <p:txBody>
          <a:bodyPr vert="horz" wrap="square" lIns="0" tIns="0" rIns="0" bIns="0" rtlCol="0" anchor="ctr">
            <a:spAutoFit/>
          </a:bodyPr>
          <a:lstStyle/>
          <a:p>
            <a:r>
              <a:rPr lang="en-ID" sz="680" b="1">
                <a:solidFill>
                  <a:srgbClr val="17233C"/>
                </a:solidFill>
                <a:latin typeface="Aptos" panose="020B0004020202020204" pitchFamily="34" charset="0"/>
              </a:rPr>
              <a:t>Repository</a:t>
            </a:r>
          </a:p>
        </p:txBody>
      </p:sp>
      <p:sp>
        <p:nvSpPr>
          <p:cNvPr id="192" name="TextBox 191">
            <a:extLst>
              <a:ext uri="{FF2B5EF4-FFF2-40B4-BE49-F238E27FC236}">
                <a16:creationId xmlns:a16="http://schemas.microsoft.com/office/drawing/2014/main" id="{C1CF67BB-6291-52C1-C48D-3ACFF4795331}"/>
              </a:ext>
            </a:extLst>
          </p:cNvPr>
          <p:cNvSpPr txBox="1"/>
          <p:nvPr/>
        </p:nvSpPr>
        <p:spPr>
          <a:xfrm>
            <a:off x="2578608" y="14025981"/>
            <a:ext cx="1051560" cy="150811"/>
          </a:xfrm>
          <a:prstGeom prst="rect">
            <a:avLst/>
          </a:prstGeom>
          <a:noFill/>
        </p:spPr>
        <p:txBody>
          <a:bodyPr vert="horz" wrap="square" lIns="0" tIns="0" rIns="0" bIns="0" rtlCol="0" anchor="ctr">
            <a:spAutoFit/>
          </a:bodyPr>
          <a:lstStyle/>
          <a:p>
            <a:r>
              <a:rPr lang="en-ID" sz="490">
                <a:solidFill>
                  <a:srgbClr val="6F7480"/>
                </a:solidFill>
                <a:latin typeface="Aptos" panose="020B0004020202020204" pitchFamily="34" charset="0"/>
              </a:rPr>
              <a:t>github.com/rayhan-sw/Dashboard-Monika</a:t>
            </a:r>
          </a:p>
        </p:txBody>
      </p:sp>
      <p:cxnSp>
        <p:nvCxnSpPr>
          <p:cNvPr id="193" name="Straight Connector 192">
            <a:extLst>
              <a:ext uri="{FF2B5EF4-FFF2-40B4-BE49-F238E27FC236}">
                <a16:creationId xmlns:a16="http://schemas.microsoft.com/office/drawing/2014/main" id="{9A5FF177-F580-0110-4E7E-2CC18CBDF9D1}"/>
              </a:ext>
            </a:extLst>
          </p:cNvPr>
          <p:cNvCxnSpPr/>
          <p:nvPr/>
        </p:nvCxnSpPr>
        <p:spPr>
          <a:xfrm>
            <a:off x="3685032" y="13780008"/>
            <a:ext cx="0" cy="420624"/>
          </a:xfrm>
          <a:prstGeom prst="line">
            <a:avLst/>
          </a:prstGeom>
          <a:ln w="8890">
            <a:solidFill>
              <a:srgbClr val="E7E8EC"/>
            </a:solidFill>
          </a:ln>
        </p:spPr>
        <p:style>
          <a:lnRef idx="1">
            <a:schemeClr val="accent1"/>
          </a:lnRef>
          <a:fillRef idx="0">
            <a:schemeClr val="accent1"/>
          </a:fillRef>
          <a:effectRef idx="0">
            <a:schemeClr val="accent1"/>
          </a:effectRef>
          <a:fontRef idx="minor">
            <a:schemeClr val="tx1"/>
          </a:fontRef>
        </p:style>
      </p:cxnSp>
      <p:sp>
        <p:nvSpPr>
          <p:cNvPr id="194" name="Oval 193">
            <a:extLst>
              <a:ext uri="{FF2B5EF4-FFF2-40B4-BE49-F238E27FC236}">
                <a16:creationId xmlns:a16="http://schemas.microsoft.com/office/drawing/2014/main" id="{A84705CA-8F46-6A2A-142B-6C68908810AE}"/>
              </a:ext>
            </a:extLst>
          </p:cNvPr>
          <p:cNvSpPr/>
          <p:nvPr/>
        </p:nvSpPr>
        <p:spPr>
          <a:xfrm>
            <a:off x="3822192" y="13825728"/>
            <a:ext cx="283464" cy="283464"/>
          </a:xfrm>
          <a:prstGeom prst="ellipse">
            <a:avLst/>
          </a:prstGeom>
          <a:solidFill>
            <a:srgbClr val="BB4D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5" name="TextBox 194">
            <a:extLst>
              <a:ext uri="{FF2B5EF4-FFF2-40B4-BE49-F238E27FC236}">
                <a16:creationId xmlns:a16="http://schemas.microsoft.com/office/drawing/2014/main" id="{5F5973A8-AC33-B2C2-2B38-576B59759AB4}"/>
              </a:ext>
            </a:extLst>
          </p:cNvPr>
          <p:cNvSpPr txBox="1"/>
          <p:nvPr/>
        </p:nvSpPr>
        <p:spPr>
          <a:xfrm>
            <a:off x="3822192" y="13931912"/>
            <a:ext cx="283464" cy="64633"/>
          </a:xfrm>
          <a:prstGeom prst="rect">
            <a:avLst/>
          </a:prstGeom>
          <a:noFill/>
        </p:spPr>
        <p:txBody>
          <a:bodyPr vert="horz" wrap="square" lIns="0" tIns="0" rIns="0" bIns="0" rtlCol="0" anchor="ctr">
            <a:spAutoFit/>
          </a:bodyPr>
          <a:lstStyle/>
          <a:p>
            <a:pPr algn="ctr"/>
            <a:r>
              <a:rPr lang="en-ID" sz="420" b="1">
                <a:solidFill>
                  <a:srgbClr val="FFFFFF"/>
                </a:solidFill>
                <a:latin typeface="Aptos" panose="020B0004020202020204" pitchFamily="34" charset="0"/>
              </a:rPr>
              <a:t>DOC</a:t>
            </a:r>
          </a:p>
        </p:txBody>
      </p:sp>
      <p:sp>
        <p:nvSpPr>
          <p:cNvPr id="196" name="TextBox 195">
            <a:extLst>
              <a:ext uri="{FF2B5EF4-FFF2-40B4-BE49-F238E27FC236}">
                <a16:creationId xmlns:a16="http://schemas.microsoft.com/office/drawing/2014/main" id="{B0C26FB7-B818-0069-735A-FF4BBA2F008D}"/>
              </a:ext>
            </a:extLst>
          </p:cNvPr>
          <p:cNvSpPr txBox="1"/>
          <p:nvPr/>
        </p:nvSpPr>
        <p:spPr>
          <a:xfrm>
            <a:off x="4187952" y="13884474"/>
            <a:ext cx="731520" cy="104644"/>
          </a:xfrm>
          <a:prstGeom prst="rect">
            <a:avLst/>
          </a:prstGeom>
          <a:noFill/>
        </p:spPr>
        <p:txBody>
          <a:bodyPr vert="horz" wrap="square" lIns="0" tIns="0" rIns="0" bIns="0" rtlCol="0" anchor="ctr">
            <a:spAutoFit/>
          </a:bodyPr>
          <a:lstStyle/>
          <a:p>
            <a:r>
              <a:rPr lang="en-ID" sz="680" b="1">
                <a:solidFill>
                  <a:srgbClr val="17233C"/>
                </a:solidFill>
                <a:latin typeface="Aptos" panose="020B0004020202020204" pitchFamily="34" charset="0"/>
              </a:rPr>
              <a:t>Dokumentasi</a:t>
            </a:r>
          </a:p>
        </p:txBody>
      </p:sp>
      <p:sp>
        <p:nvSpPr>
          <p:cNvPr id="197" name="TextBox 196">
            <a:extLst>
              <a:ext uri="{FF2B5EF4-FFF2-40B4-BE49-F238E27FC236}">
                <a16:creationId xmlns:a16="http://schemas.microsoft.com/office/drawing/2014/main" id="{FB54750A-4E22-435E-2104-3076004B0C7E}"/>
              </a:ext>
            </a:extLst>
          </p:cNvPr>
          <p:cNvSpPr txBox="1"/>
          <p:nvPr/>
        </p:nvSpPr>
        <p:spPr>
          <a:xfrm>
            <a:off x="4187952" y="14025981"/>
            <a:ext cx="768096" cy="150811"/>
          </a:xfrm>
          <a:prstGeom prst="rect">
            <a:avLst/>
          </a:prstGeom>
          <a:noFill/>
        </p:spPr>
        <p:txBody>
          <a:bodyPr vert="horz" wrap="square" lIns="0" tIns="0" rIns="0" bIns="0" rtlCol="0" anchor="ctr">
            <a:spAutoFit/>
          </a:bodyPr>
          <a:lstStyle/>
          <a:p>
            <a:r>
              <a:rPr lang="en-ID" sz="490">
                <a:solidFill>
                  <a:srgbClr val="6F7480"/>
                </a:solidFill>
                <a:latin typeface="Aptos" panose="020B0004020202020204" pitchFamily="34" charset="0"/>
              </a:rPr>
              <a:t>Dokumentasi dan aset project</a:t>
            </a:r>
          </a:p>
        </p:txBody>
      </p:sp>
      <p:sp>
        <p:nvSpPr>
          <p:cNvPr id="198" name="Rectangle 197">
            <a:extLst>
              <a:ext uri="{FF2B5EF4-FFF2-40B4-BE49-F238E27FC236}">
                <a16:creationId xmlns:a16="http://schemas.microsoft.com/office/drawing/2014/main" id="{C5474660-FD07-3C60-F1D9-2AAEFA8BFFA9}"/>
              </a:ext>
            </a:extLst>
          </p:cNvPr>
          <p:cNvSpPr/>
          <p:nvPr/>
        </p:nvSpPr>
        <p:spPr>
          <a:xfrm>
            <a:off x="0" y="14429232"/>
            <a:ext cx="5486400" cy="201168"/>
          </a:xfrm>
          <a:prstGeom prst="rect">
            <a:avLst/>
          </a:prstGeom>
          <a:gradFill flip="none" rotWithShape="1">
            <a:gsLst>
              <a:gs pos="0">
                <a:srgbClr val="FEB800"/>
              </a:gs>
              <a:gs pos="100000">
                <a:srgbClr val="FFFFFF"/>
              </a:gs>
            </a:gsLst>
            <a:lin ang="5400000" scaled="1"/>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9" name="Oval 198">
            <a:extLst>
              <a:ext uri="{FF2B5EF4-FFF2-40B4-BE49-F238E27FC236}">
                <a16:creationId xmlns:a16="http://schemas.microsoft.com/office/drawing/2014/main" id="{775277CB-C32C-E60C-C93B-FFD1F147402A}"/>
              </a:ext>
            </a:extLst>
          </p:cNvPr>
          <p:cNvSpPr/>
          <p:nvPr/>
        </p:nvSpPr>
        <p:spPr>
          <a:xfrm>
            <a:off x="274320" y="14447520"/>
            <a:ext cx="146304" cy="146304"/>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0" name="TextBox 199">
            <a:extLst>
              <a:ext uri="{FF2B5EF4-FFF2-40B4-BE49-F238E27FC236}">
                <a16:creationId xmlns:a16="http://schemas.microsoft.com/office/drawing/2014/main" id="{4C210E5A-C7D9-2649-7360-4C1A5EDBC115}"/>
              </a:ext>
            </a:extLst>
          </p:cNvPr>
          <p:cNvSpPr txBox="1"/>
          <p:nvPr/>
        </p:nvSpPr>
        <p:spPr>
          <a:xfrm>
            <a:off x="274320" y="14547547"/>
            <a:ext cx="146304" cy="76944"/>
          </a:xfrm>
          <a:prstGeom prst="rect">
            <a:avLst/>
          </a:prstGeom>
          <a:noFill/>
        </p:spPr>
        <p:txBody>
          <a:bodyPr vert="horz" wrap="square" lIns="0" tIns="0" rIns="0" bIns="0" rtlCol="0" anchor="ctr">
            <a:spAutoFit/>
          </a:bodyPr>
          <a:lstStyle/>
          <a:p>
            <a:pPr algn="ctr"/>
            <a:r>
              <a:rPr lang="en-ID" sz="500" b="1">
                <a:solidFill>
                  <a:srgbClr val="BB4D00"/>
                </a:solidFill>
                <a:latin typeface="Aptos" panose="020B0004020202020204" pitchFamily="34" charset="0"/>
              </a:rPr>
              <a:t>&gt;</a:t>
            </a:r>
          </a:p>
        </p:txBody>
      </p:sp>
      <p:sp>
        <p:nvSpPr>
          <p:cNvPr id="201" name="TextBox 200">
            <a:extLst>
              <a:ext uri="{FF2B5EF4-FFF2-40B4-BE49-F238E27FC236}">
                <a16:creationId xmlns:a16="http://schemas.microsoft.com/office/drawing/2014/main" id="{A7A7E369-93DE-742A-FEE8-3D811E3C4A66}"/>
              </a:ext>
            </a:extLst>
          </p:cNvPr>
          <p:cNvSpPr txBox="1"/>
          <p:nvPr/>
        </p:nvSpPr>
        <p:spPr>
          <a:xfrm>
            <a:off x="493776" y="14529170"/>
            <a:ext cx="4160520" cy="95411"/>
          </a:xfrm>
          <a:prstGeom prst="rect">
            <a:avLst/>
          </a:prstGeom>
          <a:noFill/>
        </p:spPr>
        <p:txBody>
          <a:bodyPr vert="horz" wrap="square" lIns="0" tIns="0" rIns="0" bIns="0" rtlCol="0" anchor="ctr">
            <a:spAutoFit/>
          </a:bodyPr>
          <a:lstStyle/>
          <a:p>
            <a:r>
              <a:rPr lang="fi-FI" sz="620" b="1">
                <a:solidFill>
                  <a:srgbClr val="FFFFFF"/>
                </a:solidFill>
                <a:latin typeface="Aptos" panose="020B0004020202020204" pitchFamily="34" charset="0"/>
              </a:rPr>
              <a:t>Data Akurat, Keputusan Tepat, Kinerja Optimal.</a:t>
            </a:r>
            <a:endParaRPr lang="en-ID" sz="620" b="1">
              <a:solidFill>
                <a:srgbClr val="FFFFFF"/>
              </a:solidFill>
              <a:latin typeface="Aptos" panose="020B0004020202020204" pitchFamily="34" charset="0"/>
            </a:endParaRPr>
          </a:p>
        </p:txBody>
      </p:sp>
      <p:sp>
        <p:nvSpPr>
          <p:cNvPr id="202" name="Oval 201">
            <a:extLst>
              <a:ext uri="{FF2B5EF4-FFF2-40B4-BE49-F238E27FC236}">
                <a16:creationId xmlns:a16="http://schemas.microsoft.com/office/drawing/2014/main" id="{A989CF67-BDFC-EA20-FE55-233E5E479572}"/>
              </a:ext>
            </a:extLst>
          </p:cNvPr>
          <p:cNvSpPr/>
          <p:nvPr/>
        </p:nvSpPr>
        <p:spPr>
          <a:xfrm>
            <a:off x="4855464" y="14465808"/>
            <a:ext cx="16459" cy="1646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3" name="Oval 202">
            <a:extLst>
              <a:ext uri="{FF2B5EF4-FFF2-40B4-BE49-F238E27FC236}">
                <a16:creationId xmlns:a16="http://schemas.microsoft.com/office/drawing/2014/main" id="{CEA0F35B-C362-A363-4442-4CBC8902054D}"/>
              </a:ext>
            </a:extLst>
          </p:cNvPr>
          <p:cNvSpPr/>
          <p:nvPr/>
        </p:nvSpPr>
        <p:spPr>
          <a:xfrm>
            <a:off x="4965192" y="14465808"/>
            <a:ext cx="16459" cy="1646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4" name="Oval 203">
            <a:extLst>
              <a:ext uri="{FF2B5EF4-FFF2-40B4-BE49-F238E27FC236}">
                <a16:creationId xmlns:a16="http://schemas.microsoft.com/office/drawing/2014/main" id="{D41D91DE-CB3A-DC4F-7B24-538A3A409153}"/>
              </a:ext>
            </a:extLst>
          </p:cNvPr>
          <p:cNvSpPr/>
          <p:nvPr/>
        </p:nvSpPr>
        <p:spPr>
          <a:xfrm>
            <a:off x="5074920" y="14465808"/>
            <a:ext cx="16459" cy="1646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5" name="Oval 204">
            <a:extLst>
              <a:ext uri="{FF2B5EF4-FFF2-40B4-BE49-F238E27FC236}">
                <a16:creationId xmlns:a16="http://schemas.microsoft.com/office/drawing/2014/main" id="{5BED5D05-3773-D3BB-2252-87341A253FC1}"/>
              </a:ext>
            </a:extLst>
          </p:cNvPr>
          <p:cNvSpPr/>
          <p:nvPr/>
        </p:nvSpPr>
        <p:spPr>
          <a:xfrm>
            <a:off x="5184648" y="14465808"/>
            <a:ext cx="16459" cy="16460"/>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6" name="Oval 205">
            <a:extLst>
              <a:ext uri="{FF2B5EF4-FFF2-40B4-BE49-F238E27FC236}">
                <a16:creationId xmlns:a16="http://schemas.microsoft.com/office/drawing/2014/main" id="{C973A5D3-594B-73E4-48DB-90DE646A03FE}"/>
              </a:ext>
            </a:extLst>
          </p:cNvPr>
          <p:cNvSpPr/>
          <p:nvPr/>
        </p:nvSpPr>
        <p:spPr>
          <a:xfrm>
            <a:off x="4855464" y="14516100"/>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7" name="Oval 206">
            <a:extLst>
              <a:ext uri="{FF2B5EF4-FFF2-40B4-BE49-F238E27FC236}">
                <a16:creationId xmlns:a16="http://schemas.microsoft.com/office/drawing/2014/main" id="{7D534F9F-25CB-B73F-0539-ED512DE4BA06}"/>
              </a:ext>
            </a:extLst>
          </p:cNvPr>
          <p:cNvSpPr/>
          <p:nvPr/>
        </p:nvSpPr>
        <p:spPr>
          <a:xfrm>
            <a:off x="4965192" y="14516100"/>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8" name="Oval 207">
            <a:extLst>
              <a:ext uri="{FF2B5EF4-FFF2-40B4-BE49-F238E27FC236}">
                <a16:creationId xmlns:a16="http://schemas.microsoft.com/office/drawing/2014/main" id="{7BD228D8-31B6-5205-AE75-B930079463F6}"/>
              </a:ext>
            </a:extLst>
          </p:cNvPr>
          <p:cNvSpPr/>
          <p:nvPr/>
        </p:nvSpPr>
        <p:spPr>
          <a:xfrm>
            <a:off x="5074920" y="14516100"/>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09" name="Oval 208">
            <a:extLst>
              <a:ext uri="{FF2B5EF4-FFF2-40B4-BE49-F238E27FC236}">
                <a16:creationId xmlns:a16="http://schemas.microsoft.com/office/drawing/2014/main" id="{9B309122-8208-7ADD-3862-A28AE916A09E}"/>
              </a:ext>
            </a:extLst>
          </p:cNvPr>
          <p:cNvSpPr/>
          <p:nvPr/>
        </p:nvSpPr>
        <p:spPr>
          <a:xfrm>
            <a:off x="5184648" y="14516100"/>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0" name="Oval 209">
            <a:extLst>
              <a:ext uri="{FF2B5EF4-FFF2-40B4-BE49-F238E27FC236}">
                <a16:creationId xmlns:a16="http://schemas.microsoft.com/office/drawing/2014/main" id="{7545F13F-1494-32FB-2084-A794EA40D35F}"/>
              </a:ext>
            </a:extLst>
          </p:cNvPr>
          <p:cNvSpPr/>
          <p:nvPr/>
        </p:nvSpPr>
        <p:spPr>
          <a:xfrm>
            <a:off x="4855464" y="14566392"/>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1" name="Oval 210">
            <a:extLst>
              <a:ext uri="{FF2B5EF4-FFF2-40B4-BE49-F238E27FC236}">
                <a16:creationId xmlns:a16="http://schemas.microsoft.com/office/drawing/2014/main" id="{31CA6096-CEF0-55EF-F2C3-CCCCF17312EA}"/>
              </a:ext>
            </a:extLst>
          </p:cNvPr>
          <p:cNvSpPr/>
          <p:nvPr/>
        </p:nvSpPr>
        <p:spPr>
          <a:xfrm>
            <a:off x="4965192" y="14566392"/>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2" name="Oval 211">
            <a:extLst>
              <a:ext uri="{FF2B5EF4-FFF2-40B4-BE49-F238E27FC236}">
                <a16:creationId xmlns:a16="http://schemas.microsoft.com/office/drawing/2014/main" id="{76E258EB-CB02-D9DD-4052-502C9536D705}"/>
              </a:ext>
            </a:extLst>
          </p:cNvPr>
          <p:cNvSpPr/>
          <p:nvPr/>
        </p:nvSpPr>
        <p:spPr>
          <a:xfrm>
            <a:off x="5074920" y="14566392"/>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3" name="Oval 212">
            <a:extLst>
              <a:ext uri="{FF2B5EF4-FFF2-40B4-BE49-F238E27FC236}">
                <a16:creationId xmlns:a16="http://schemas.microsoft.com/office/drawing/2014/main" id="{D5F57E23-CB12-35AF-C95A-3C48821EDE53}"/>
              </a:ext>
            </a:extLst>
          </p:cNvPr>
          <p:cNvSpPr/>
          <p:nvPr/>
        </p:nvSpPr>
        <p:spPr>
          <a:xfrm>
            <a:off x="5184648" y="14566392"/>
            <a:ext cx="16459" cy="16459"/>
          </a:xfrm>
          <a:prstGeom prst="ellipse">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a:p>
        </p:txBody>
      </p:sp>
    </p:spTree>
    <p:extLst>
      <p:ext uri="{BB962C8B-B14F-4D97-AF65-F5344CB8AC3E}">
        <p14:creationId xmlns:p14="http://schemas.microsoft.com/office/powerpoint/2010/main" val="1494002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321</Words>
  <Application>Microsoft Office PowerPoint</Application>
  <PresentationFormat>Custom</PresentationFormat>
  <Paragraphs>73</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Rayhan Septian Wijaya</dc:creator>
  <cp:lastModifiedBy>Rayhan Septian Wijaya</cp:lastModifiedBy>
  <cp:revision>1</cp:revision>
  <dcterms:created xsi:type="dcterms:W3CDTF">2026-06-06T23:25:09Z</dcterms:created>
  <dcterms:modified xsi:type="dcterms:W3CDTF">2026-06-06T23:25:09Z</dcterms:modified>
</cp:coreProperties>
</file>